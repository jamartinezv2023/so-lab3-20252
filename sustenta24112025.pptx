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37581B-8ADA-4FBD-AD31-B3FBFA2611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2A2D9B-F704-498D-8926-5FC8D92D3985}">
      <dgm:prSet/>
      <dgm:spPr/>
      <dgm:t>
        <a:bodyPr/>
        <a:lstStyle/>
        <a:p>
          <a:r>
            <a:rPr lang="en-US" dirty="0" err="1"/>
            <a:t>Paralelizar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cálculo</a:t>
          </a:r>
          <a:r>
            <a:rPr lang="en-US" dirty="0"/>
            <a:t> de π </a:t>
          </a:r>
          <a:r>
            <a:rPr lang="en-US" dirty="0" err="1"/>
            <a:t>usando</a:t>
          </a:r>
          <a:r>
            <a:rPr lang="en-US" dirty="0"/>
            <a:t> </a:t>
          </a:r>
          <a:r>
            <a:rPr lang="en-US" dirty="0" err="1"/>
            <a:t>pthreads</a:t>
          </a:r>
          <a:endParaRPr lang="en-US" dirty="0"/>
        </a:p>
      </dgm:t>
    </dgm:pt>
    <dgm:pt modelId="{CC0D4813-0C59-4FB3-BC88-A610F96E52AE}" type="parTrans" cxnId="{68B5757E-044B-4D55-87BD-2E0BF73110A5}">
      <dgm:prSet/>
      <dgm:spPr/>
      <dgm:t>
        <a:bodyPr/>
        <a:lstStyle/>
        <a:p>
          <a:endParaRPr lang="en-US"/>
        </a:p>
      </dgm:t>
    </dgm:pt>
    <dgm:pt modelId="{1C32768B-588B-4521-8631-3EAE7AF37114}" type="sibTrans" cxnId="{68B5757E-044B-4D55-87BD-2E0BF73110A5}">
      <dgm:prSet/>
      <dgm:spPr/>
      <dgm:t>
        <a:bodyPr/>
        <a:lstStyle/>
        <a:p>
          <a:endParaRPr lang="en-US"/>
        </a:p>
      </dgm:t>
    </dgm:pt>
    <dgm:pt modelId="{DE6CB946-0AC3-4772-A813-2FE1B713E53D}">
      <dgm:prSet/>
      <dgm:spPr/>
      <dgm:t>
        <a:bodyPr/>
        <a:lstStyle/>
        <a:p>
          <a:r>
            <a:rPr lang="en-US" dirty="0" err="1"/>
            <a:t>Implementar</a:t>
          </a:r>
          <a:r>
            <a:rPr lang="en-US" dirty="0"/>
            <a:t> un </a:t>
          </a:r>
          <a:r>
            <a:rPr lang="en-US" dirty="0" err="1"/>
            <a:t>generador</a:t>
          </a:r>
          <a:r>
            <a:rPr lang="en-US" dirty="0"/>
            <a:t> de Fibonacci con </a:t>
          </a:r>
          <a:r>
            <a:rPr lang="en-US" dirty="0" err="1"/>
            <a:t>hilos</a:t>
          </a:r>
          <a:endParaRPr lang="en-US" dirty="0"/>
        </a:p>
      </dgm:t>
    </dgm:pt>
    <dgm:pt modelId="{39D31812-143E-458C-8D46-ADB83959B3C0}" type="parTrans" cxnId="{CB818546-F857-4BEB-B583-ADCABB45356B}">
      <dgm:prSet/>
      <dgm:spPr/>
      <dgm:t>
        <a:bodyPr/>
        <a:lstStyle/>
        <a:p>
          <a:endParaRPr lang="en-US"/>
        </a:p>
      </dgm:t>
    </dgm:pt>
    <dgm:pt modelId="{DE7D2403-766B-4A8F-A132-36CE9188B408}" type="sibTrans" cxnId="{CB818546-F857-4BEB-B583-ADCABB45356B}">
      <dgm:prSet/>
      <dgm:spPr/>
      <dgm:t>
        <a:bodyPr/>
        <a:lstStyle/>
        <a:p>
          <a:endParaRPr lang="en-US"/>
        </a:p>
      </dgm:t>
    </dgm:pt>
    <dgm:pt modelId="{BB4E9BF1-D283-47F1-816D-6508E8B07CA4}">
      <dgm:prSet/>
      <dgm:spPr/>
      <dgm:t>
        <a:bodyPr/>
        <a:lstStyle/>
        <a:p>
          <a:r>
            <a:rPr lang="en-US" dirty="0" err="1"/>
            <a:t>Evaluar</a:t>
          </a:r>
          <a:r>
            <a:rPr lang="en-US" dirty="0"/>
            <a:t> Speedup y </a:t>
          </a:r>
          <a:r>
            <a:rPr lang="en-US" dirty="0" err="1"/>
            <a:t>eficiencia</a:t>
          </a:r>
          <a:endParaRPr lang="en-US" dirty="0"/>
        </a:p>
      </dgm:t>
    </dgm:pt>
    <dgm:pt modelId="{BC6DA7E6-0D69-4D11-870D-F707547F0E4A}" type="parTrans" cxnId="{7738CAC6-7504-43DA-8F11-5686F2725CD9}">
      <dgm:prSet/>
      <dgm:spPr/>
      <dgm:t>
        <a:bodyPr/>
        <a:lstStyle/>
        <a:p>
          <a:endParaRPr lang="en-US"/>
        </a:p>
      </dgm:t>
    </dgm:pt>
    <dgm:pt modelId="{AAD4B961-E275-47E9-9267-489D911E8C53}" type="sibTrans" cxnId="{7738CAC6-7504-43DA-8F11-5686F2725CD9}">
      <dgm:prSet/>
      <dgm:spPr/>
      <dgm:t>
        <a:bodyPr/>
        <a:lstStyle/>
        <a:p>
          <a:endParaRPr lang="en-US"/>
        </a:p>
      </dgm:t>
    </dgm:pt>
    <dgm:pt modelId="{0B35FFB2-DD85-4AF6-9923-6E10EA0CF3C3}">
      <dgm:prSet/>
      <dgm:spPr/>
      <dgm:t>
        <a:bodyPr/>
        <a:lstStyle/>
        <a:p>
          <a:r>
            <a:rPr lang="en-US" dirty="0" err="1"/>
            <a:t>Elaborar</a:t>
          </a:r>
          <a:r>
            <a:rPr lang="en-US" dirty="0"/>
            <a:t> </a:t>
          </a:r>
          <a:r>
            <a:rPr lang="en-US" dirty="0" err="1"/>
            <a:t>análisis</a:t>
          </a:r>
          <a:r>
            <a:rPr lang="en-US" dirty="0"/>
            <a:t> y video de </a:t>
          </a:r>
          <a:r>
            <a:rPr lang="en-US" dirty="0" err="1"/>
            <a:t>sustentación</a:t>
          </a:r>
          <a:endParaRPr lang="en-US" dirty="0"/>
        </a:p>
      </dgm:t>
    </dgm:pt>
    <dgm:pt modelId="{3804B2B8-3F6B-482D-B5EF-846D29E492D6}" type="parTrans" cxnId="{9DF45375-CA15-4E38-AA09-183C0FD0A887}">
      <dgm:prSet/>
      <dgm:spPr/>
      <dgm:t>
        <a:bodyPr/>
        <a:lstStyle/>
        <a:p>
          <a:endParaRPr lang="en-US"/>
        </a:p>
      </dgm:t>
    </dgm:pt>
    <dgm:pt modelId="{5E2F1D7C-C483-4A08-93D6-1006FE8385D4}" type="sibTrans" cxnId="{9DF45375-CA15-4E38-AA09-183C0FD0A887}">
      <dgm:prSet/>
      <dgm:spPr/>
      <dgm:t>
        <a:bodyPr/>
        <a:lstStyle/>
        <a:p>
          <a:endParaRPr lang="en-US"/>
        </a:p>
      </dgm:t>
    </dgm:pt>
    <dgm:pt modelId="{ABF37EA5-07E7-4976-A5CF-37EA5DBD57D8}" type="pres">
      <dgm:prSet presAssocID="{5937581B-8ADA-4FBD-AD31-B3FBFA2611F4}" presName="root" presStyleCnt="0">
        <dgm:presLayoutVars>
          <dgm:dir/>
          <dgm:resizeHandles val="exact"/>
        </dgm:presLayoutVars>
      </dgm:prSet>
      <dgm:spPr/>
    </dgm:pt>
    <dgm:pt modelId="{49934415-3CC8-4B29-9168-15E0872D13A3}" type="pres">
      <dgm:prSet presAssocID="{272A2D9B-F704-498D-8926-5FC8D92D3985}" presName="compNode" presStyleCnt="0"/>
      <dgm:spPr/>
    </dgm:pt>
    <dgm:pt modelId="{8C215934-1B33-453F-BB88-F2B32353516A}" type="pres">
      <dgm:prSet presAssocID="{272A2D9B-F704-498D-8926-5FC8D92D3985}" presName="bgRect" presStyleLbl="bgShp" presStyleIdx="0" presStyleCnt="4"/>
      <dgm:spPr/>
    </dgm:pt>
    <dgm:pt modelId="{DFA3541B-BA32-4293-AA62-B9C9850CCD5A}" type="pres">
      <dgm:prSet presAssocID="{272A2D9B-F704-498D-8926-5FC8D92D39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B2C27FE-4C78-4A8A-BCEE-8DD13DB99D87}" type="pres">
      <dgm:prSet presAssocID="{272A2D9B-F704-498D-8926-5FC8D92D3985}" presName="spaceRect" presStyleCnt="0"/>
      <dgm:spPr/>
    </dgm:pt>
    <dgm:pt modelId="{2E8FD240-ED5D-4434-9156-E3B5160CA31B}" type="pres">
      <dgm:prSet presAssocID="{272A2D9B-F704-498D-8926-5FC8D92D3985}" presName="parTx" presStyleLbl="revTx" presStyleIdx="0" presStyleCnt="4">
        <dgm:presLayoutVars>
          <dgm:chMax val="0"/>
          <dgm:chPref val="0"/>
        </dgm:presLayoutVars>
      </dgm:prSet>
      <dgm:spPr/>
    </dgm:pt>
    <dgm:pt modelId="{7728480E-9D05-4B43-A813-983197AEACBE}" type="pres">
      <dgm:prSet presAssocID="{1C32768B-588B-4521-8631-3EAE7AF37114}" presName="sibTrans" presStyleCnt="0"/>
      <dgm:spPr/>
    </dgm:pt>
    <dgm:pt modelId="{FF323F87-ECEC-4A82-8C51-6F48DE255B12}" type="pres">
      <dgm:prSet presAssocID="{DE6CB946-0AC3-4772-A813-2FE1B713E53D}" presName="compNode" presStyleCnt="0"/>
      <dgm:spPr/>
    </dgm:pt>
    <dgm:pt modelId="{5334939D-D6C1-49D7-9871-BD99C4F5CB11}" type="pres">
      <dgm:prSet presAssocID="{DE6CB946-0AC3-4772-A813-2FE1B713E53D}" presName="bgRect" presStyleLbl="bgShp" presStyleIdx="1" presStyleCnt="4"/>
      <dgm:spPr/>
    </dgm:pt>
    <dgm:pt modelId="{4E52C73B-8E53-425C-9687-550D0ACFDCA4}" type="pres">
      <dgm:prSet presAssocID="{DE6CB946-0AC3-4772-A813-2FE1B713E5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2C5AAF39-B5CC-4A26-A2E6-9F70383FD640}" type="pres">
      <dgm:prSet presAssocID="{DE6CB946-0AC3-4772-A813-2FE1B713E53D}" presName="spaceRect" presStyleCnt="0"/>
      <dgm:spPr/>
    </dgm:pt>
    <dgm:pt modelId="{E7DC65DF-0940-4CEB-86A4-BC58E251C79E}" type="pres">
      <dgm:prSet presAssocID="{DE6CB946-0AC3-4772-A813-2FE1B713E53D}" presName="parTx" presStyleLbl="revTx" presStyleIdx="1" presStyleCnt="4">
        <dgm:presLayoutVars>
          <dgm:chMax val="0"/>
          <dgm:chPref val="0"/>
        </dgm:presLayoutVars>
      </dgm:prSet>
      <dgm:spPr/>
    </dgm:pt>
    <dgm:pt modelId="{44BFED7C-411E-4506-92DD-E47C89C3B671}" type="pres">
      <dgm:prSet presAssocID="{DE7D2403-766B-4A8F-A132-36CE9188B408}" presName="sibTrans" presStyleCnt="0"/>
      <dgm:spPr/>
    </dgm:pt>
    <dgm:pt modelId="{8EDCBFC5-9C75-4101-98A6-9BDEBFA7F9BA}" type="pres">
      <dgm:prSet presAssocID="{BB4E9BF1-D283-47F1-816D-6508E8B07CA4}" presName="compNode" presStyleCnt="0"/>
      <dgm:spPr/>
    </dgm:pt>
    <dgm:pt modelId="{C4DE33ED-B742-46E6-8D5E-15F5B0935D33}" type="pres">
      <dgm:prSet presAssocID="{BB4E9BF1-D283-47F1-816D-6508E8B07CA4}" presName="bgRect" presStyleLbl="bgShp" presStyleIdx="2" presStyleCnt="4"/>
      <dgm:spPr/>
    </dgm:pt>
    <dgm:pt modelId="{C37323A7-30FB-4054-B9BF-DEF3287172E1}" type="pres">
      <dgm:prSet presAssocID="{BB4E9BF1-D283-47F1-816D-6508E8B07C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CF15C71-9D38-467E-AA76-2BE57F452AAE}" type="pres">
      <dgm:prSet presAssocID="{BB4E9BF1-D283-47F1-816D-6508E8B07CA4}" presName="spaceRect" presStyleCnt="0"/>
      <dgm:spPr/>
    </dgm:pt>
    <dgm:pt modelId="{38C117A7-96BA-48A7-88FA-181A0FBAABEB}" type="pres">
      <dgm:prSet presAssocID="{BB4E9BF1-D283-47F1-816D-6508E8B07CA4}" presName="parTx" presStyleLbl="revTx" presStyleIdx="2" presStyleCnt="4">
        <dgm:presLayoutVars>
          <dgm:chMax val="0"/>
          <dgm:chPref val="0"/>
        </dgm:presLayoutVars>
      </dgm:prSet>
      <dgm:spPr/>
    </dgm:pt>
    <dgm:pt modelId="{2EB602B5-2EF5-4F57-B331-23CE6F2F27F0}" type="pres">
      <dgm:prSet presAssocID="{AAD4B961-E275-47E9-9267-489D911E8C53}" presName="sibTrans" presStyleCnt="0"/>
      <dgm:spPr/>
    </dgm:pt>
    <dgm:pt modelId="{30E00B23-4D0E-4173-B8EE-83C0D26616EF}" type="pres">
      <dgm:prSet presAssocID="{0B35FFB2-DD85-4AF6-9923-6E10EA0CF3C3}" presName="compNode" presStyleCnt="0"/>
      <dgm:spPr/>
    </dgm:pt>
    <dgm:pt modelId="{ACAD8637-FB7C-44DE-8B0C-5F4F5DB2D3A9}" type="pres">
      <dgm:prSet presAssocID="{0B35FFB2-DD85-4AF6-9923-6E10EA0CF3C3}" presName="bgRect" presStyleLbl="bgShp" presStyleIdx="3" presStyleCnt="4"/>
      <dgm:spPr/>
    </dgm:pt>
    <dgm:pt modelId="{EE542371-5D89-45A0-B7BF-EB1EBA8F5BCD}" type="pres">
      <dgm:prSet presAssocID="{0B35FFB2-DD85-4AF6-9923-6E10EA0CF3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3DD0D7A6-25FC-4ADC-8084-41BD2B466CBE}" type="pres">
      <dgm:prSet presAssocID="{0B35FFB2-DD85-4AF6-9923-6E10EA0CF3C3}" presName="spaceRect" presStyleCnt="0"/>
      <dgm:spPr/>
    </dgm:pt>
    <dgm:pt modelId="{C914B97C-4EC3-48C8-A2CF-44768BB1FE70}" type="pres">
      <dgm:prSet presAssocID="{0B35FFB2-DD85-4AF6-9923-6E10EA0CF3C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A154D2D-EEC1-420A-8278-49D5423CF6D7}" type="presOf" srcId="{272A2D9B-F704-498D-8926-5FC8D92D3985}" destId="{2E8FD240-ED5D-4434-9156-E3B5160CA31B}" srcOrd="0" destOrd="0" presId="urn:microsoft.com/office/officeart/2018/2/layout/IconVerticalSolidList"/>
    <dgm:cxn modelId="{1988D83A-F4C7-431B-B762-764D3F0942CD}" type="presOf" srcId="{DE6CB946-0AC3-4772-A813-2FE1B713E53D}" destId="{E7DC65DF-0940-4CEB-86A4-BC58E251C79E}" srcOrd="0" destOrd="0" presId="urn:microsoft.com/office/officeart/2018/2/layout/IconVerticalSolidList"/>
    <dgm:cxn modelId="{CB818546-F857-4BEB-B583-ADCABB45356B}" srcId="{5937581B-8ADA-4FBD-AD31-B3FBFA2611F4}" destId="{DE6CB946-0AC3-4772-A813-2FE1B713E53D}" srcOrd="1" destOrd="0" parTransId="{39D31812-143E-458C-8D46-ADB83959B3C0}" sibTransId="{DE7D2403-766B-4A8F-A132-36CE9188B408}"/>
    <dgm:cxn modelId="{9DF45375-CA15-4E38-AA09-183C0FD0A887}" srcId="{5937581B-8ADA-4FBD-AD31-B3FBFA2611F4}" destId="{0B35FFB2-DD85-4AF6-9923-6E10EA0CF3C3}" srcOrd="3" destOrd="0" parTransId="{3804B2B8-3F6B-482D-B5EF-846D29E492D6}" sibTransId="{5E2F1D7C-C483-4A08-93D6-1006FE8385D4}"/>
    <dgm:cxn modelId="{68B5757E-044B-4D55-87BD-2E0BF73110A5}" srcId="{5937581B-8ADA-4FBD-AD31-B3FBFA2611F4}" destId="{272A2D9B-F704-498D-8926-5FC8D92D3985}" srcOrd="0" destOrd="0" parTransId="{CC0D4813-0C59-4FB3-BC88-A610F96E52AE}" sibTransId="{1C32768B-588B-4521-8631-3EAE7AF37114}"/>
    <dgm:cxn modelId="{139B3A92-DE42-4A83-B65B-0A6966EA999A}" type="presOf" srcId="{BB4E9BF1-D283-47F1-816D-6508E8B07CA4}" destId="{38C117A7-96BA-48A7-88FA-181A0FBAABEB}" srcOrd="0" destOrd="0" presId="urn:microsoft.com/office/officeart/2018/2/layout/IconVerticalSolidList"/>
    <dgm:cxn modelId="{1A2FF1C4-513A-490C-99A6-D26C57B55BB2}" type="presOf" srcId="{5937581B-8ADA-4FBD-AD31-B3FBFA2611F4}" destId="{ABF37EA5-07E7-4976-A5CF-37EA5DBD57D8}" srcOrd="0" destOrd="0" presId="urn:microsoft.com/office/officeart/2018/2/layout/IconVerticalSolidList"/>
    <dgm:cxn modelId="{7738CAC6-7504-43DA-8F11-5686F2725CD9}" srcId="{5937581B-8ADA-4FBD-AD31-B3FBFA2611F4}" destId="{BB4E9BF1-D283-47F1-816D-6508E8B07CA4}" srcOrd="2" destOrd="0" parTransId="{BC6DA7E6-0D69-4D11-870D-F707547F0E4A}" sibTransId="{AAD4B961-E275-47E9-9267-489D911E8C53}"/>
    <dgm:cxn modelId="{E6DDD7DE-E938-4A38-8D53-AB42C29421C6}" type="presOf" srcId="{0B35FFB2-DD85-4AF6-9923-6E10EA0CF3C3}" destId="{C914B97C-4EC3-48C8-A2CF-44768BB1FE70}" srcOrd="0" destOrd="0" presId="urn:microsoft.com/office/officeart/2018/2/layout/IconVerticalSolidList"/>
    <dgm:cxn modelId="{BCCFAE2A-EF82-4D98-A75D-39E0E43D168C}" type="presParOf" srcId="{ABF37EA5-07E7-4976-A5CF-37EA5DBD57D8}" destId="{49934415-3CC8-4B29-9168-15E0872D13A3}" srcOrd="0" destOrd="0" presId="urn:microsoft.com/office/officeart/2018/2/layout/IconVerticalSolidList"/>
    <dgm:cxn modelId="{9AF766CF-854E-4908-9E36-06512DF991D1}" type="presParOf" srcId="{49934415-3CC8-4B29-9168-15E0872D13A3}" destId="{8C215934-1B33-453F-BB88-F2B32353516A}" srcOrd="0" destOrd="0" presId="urn:microsoft.com/office/officeart/2018/2/layout/IconVerticalSolidList"/>
    <dgm:cxn modelId="{9A4D3092-4BFB-405F-A73E-60C7CA7FB3D2}" type="presParOf" srcId="{49934415-3CC8-4B29-9168-15E0872D13A3}" destId="{DFA3541B-BA32-4293-AA62-B9C9850CCD5A}" srcOrd="1" destOrd="0" presId="urn:microsoft.com/office/officeart/2018/2/layout/IconVerticalSolidList"/>
    <dgm:cxn modelId="{45559016-82C2-41F8-91B8-AA82C742765B}" type="presParOf" srcId="{49934415-3CC8-4B29-9168-15E0872D13A3}" destId="{FB2C27FE-4C78-4A8A-BCEE-8DD13DB99D87}" srcOrd="2" destOrd="0" presId="urn:microsoft.com/office/officeart/2018/2/layout/IconVerticalSolidList"/>
    <dgm:cxn modelId="{302700CE-DDC8-43AE-B0BB-CA1F90AC0932}" type="presParOf" srcId="{49934415-3CC8-4B29-9168-15E0872D13A3}" destId="{2E8FD240-ED5D-4434-9156-E3B5160CA31B}" srcOrd="3" destOrd="0" presId="urn:microsoft.com/office/officeart/2018/2/layout/IconVerticalSolidList"/>
    <dgm:cxn modelId="{EF66222F-6A7A-4990-8086-CD426E1E0C3A}" type="presParOf" srcId="{ABF37EA5-07E7-4976-A5CF-37EA5DBD57D8}" destId="{7728480E-9D05-4B43-A813-983197AEACBE}" srcOrd="1" destOrd="0" presId="urn:microsoft.com/office/officeart/2018/2/layout/IconVerticalSolidList"/>
    <dgm:cxn modelId="{AAB22383-DBF3-46D6-9FF1-79C68622CB36}" type="presParOf" srcId="{ABF37EA5-07E7-4976-A5CF-37EA5DBD57D8}" destId="{FF323F87-ECEC-4A82-8C51-6F48DE255B12}" srcOrd="2" destOrd="0" presId="urn:microsoft.com/office/officeart/2018/2/layout/IconVerticalSolidList"/>
    <dgm:cxn modelId="{68EEF136-38EA-40EE-A02B-0CC41FAD2A06}" type="presParOf" srcId="{FF323F87-ECEC-4A82-8C51-6F48DE255B12}" destId="{5334939D-D6C1-49D7-9871-BD99C4F5CB11}" srcOrd="0" destOrd="0" presId="urn:microsoft.com/office/officeart/2018/2/layout/IconVerticalSolidList"/>
    <dgm:cxn modelId="{D7140823-C52F-4EA2-93FC-72EC1E8007AA}" type="presParOf" srcId="{FF323F87-ECEC-4A82-8C51-6F48DE255B12}" destId="{4E52C73B-8E53-425C-9687-550D0ACFDCA4}" srcOrd="1" destOrd="0" presId="urn:microsoft.com/office/officeart/2018/2/layout/IconVerticalSolidList"/>
    <dgm:cxn modelId="{D442D030-12DB-4FE9-B752-88ED765C6070}" type="presParOf" srcId="{FF323F87-ECEC-4A82-8C51-6F48DE255B12}" destId="{2C5AAF39-B5CC-4A26-A2E6-9F70383FD640}" srcOrd="2" destOrd="0" presId="urn:microsoft.com/office/officeart/2018/2/layout/IconVerticalSolidList"/>
    <dgm:cxn modelId="{831A3BF7-85FA-4021-96CB-9FD94CD7B4ED}" type="presParOf" srcId="{FF323F87-ECEC-4A82-8C51-6F48DE255B12}" destId="{E7DC65DF-0940-4CEB-86A4-BC58E251C79E}" srcOrd="3" destOrd="0" presId="urn:microsoft.com/office/officeart/2018/2/layout/IconVerticalSolidList"/>
    <dgm:cxn modelId="{6EBFF0D6-64A6-45D6-9940-5A4141A2E17D}" type="presParOf" srcId="{ABF37EA5-07E7-4976-A5CF-37EA5DBD57D8}" destId="{44BFED7C-411E-4506-92DD-E47C89C3B671}" srcOrd="3" destOrd="0" presId="urn:microsoft.com/office/officeart/2018/2/layout/IconVerticalSolidList"/>
    <dgm:cxn modelId="{E32615F5-0D38-4DED-9467-35E4D86BE6B5}" type="presParOf" srcId="{ABF37EA5-07E7-4976-A5CF-37EA5DBD57D8}" destId="{8EDCBFC5-9C75-4101-98A6-9BDEBFA7F9BA}" srcOrd="4" destOrd="0" presId="urn:microsoft.com/office/officeart/2018/2/layout/IconVerticalSolidList"/>
    <dgm:cxn modelId="{336CC3D0-49A8-4EB3-9041-D381ACBEA406}" type="presParOf" srcId="{8EDCBFC5-9C75-4101-98A6-9BDEBFA7F9BA}" destId="{C4DE33ED-B742-46E6-8D5E-15F5B0935D33}" srcOrd="0" destOrd="0" presId="urn:microsoft.com/office/officeart/2018/2/layout/IconVerticalSolidList"/>
    <dgm:cxn modelId="{CF470753-8BE3-49ED-AB9E-6DE98DA73F14}" type="presParOf" srcId="{8EDCBFC5-9C75-4101-98A6-9BDEBFA7F9BA}" destId="{C37323A7-30FB-4054-B9BF-DEF3287172E1}" srcOrd="1" destOrd="0" presId="urn:microsoft.com/office/officeart/2018/2/layout/IconVerticalSolidList"/>
    <dgm:cxn modelId="{038A3A64-9D0D-4EC8-81D8-64748C023769}" type="presParOf" srcId="{8EDCBFC5-9C75-4101-98A6-9BDEBFA7F9BA}" destId="{ECF15C71-9D38-467E-AA76-2BE57F452AAE}" srcOrd="2" destOrd="0" presId="urn:microsoft.com/office/officeart/2018/2/layout/IconVerticalSolidList"/>
    <dgm:cxn modelId="{2D349C21-6B11-46FB-97DC-F225086C3FBD}" type="presParOf" srcId="{8EDCBFC5-9C75-4101-98A6-9BDEBFA7F9BA}" destId="{38C117A7-96BA-48A7-88FA-181A0FBAABEB}" srcOrd="3" destOrd="0" presId="urn:microsoft.com/office/officeart/2018/2/layout/IconVerticalSolidList"/>
    <dgm:cxn modelId="{40B7732F-0A20-4DC0-BA5C-CA475600A101}" type="presParOf" srcId="{ABF37EA5-07E7-4976-A5CF-37EA5DBD57D8}" destId="{2EB602B5-2EF5-4F57-B331-23CE6F2F27F0}" srcOrd="5" destOrd="0" presId="urn:microsoft.com/office/officeart/2018/2/layout/IconVerticalSolidList"/>
    <dgm:cxn modelId="{6ABD89C3-F9A0-4A8F-BED0-2559353A6F33}" type="presParOf" srcId="{ABF37EA5-07E7-4976-A5CF-37EA5DBD57D8}" destId="{30E00B23-4D0E-4173-B8EE-83C0D26616EF}" srcOrd="6" destOrd="0" presId="urn:microsoft.com/office/officeart/2018/2/layout/IconVerticalSolidList"/>
    <dgm:cxn modelId="{84F4015D-AC6F-4FD9-851F-0261D73FE0C0}" type="presParOf" srcId="{30E00B23-4D0E-4173-B8EE-83C0D26616EF}" destId="{ACAD8637-FB7C-44DE-8B0C-5F4F5DB2D3A9}" srcOrd="0" destOrd="0" presId="urn:microsoft.com/office/officeart/2018/2/layout/IconVerticalSolidList"/>
    <dgm:cxn modelId="{8070C938-B116-4F38-B867-5FC0DCD6EB72}" type="presParOf" srcId="{30E00B23-4D0E-4173-B8EE-83C0D26616EF}" destId="{EE542371-5D89-45A0-B7BF-EB1EBA8F5BCD}" srcOrd="1" destOrd="0" presId="urn:microsoft.com/office/officeart/2018/2/layout/IconVerticalSolidList"/>
    <dgm:cxn modelId="{17A14CD9-4E2F-4E84-AFB2-D2E084447F6E}" type="presParOf" srcId="{30E00B23-4D0E-4173-B8EE-83C0D26616EF}" destId="{3DD0D7A6-25FC-4ADC-8084-41BD2B466CBE}" srcOrd="2" destOrd="0" presId="urn:microsoft.com/office/officeart/2018/2/layout/IconVerticalSolidList"/>
    <dgm:cxn modelId="{F620F973-B12F-46E9-AD78-D58AE34D1EC4}" type="presParOf" srcId="{30E00B23-4D0E-4173-B8EE-83C0D26616EF}" destId="{C914B97C-4EC3-48C8-A2CF-44768BB1FE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A4080F-8181-41EC-87B5-B275E8BEAA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5FD2A3-0CA4-4578-9A13-945741784954}">
      <dgm:prSet/>
      <dgm:spPr/>
      <dgm:t>
        <a:bodyPr/>
        <a:lstStyle/>
        <a:p>
          <a:r>
            <a:rPr lang="en-US" dirty="0"/>
            <a:t>Integral: ∫0..1 4/(1+x²) dx</a:t>
          </a:r>
        </a:p>
      </dgm:t>
    </dgm:pt>
    <dgm:pt modelId="{C65E90D9-7544-48C3-A87B-A62BB8541C62}" type="parTrans" cxnId="{8D9F2D11-6EBF-46D8-B5A6-C125363D8A73}">
      <dgm:prSet/>
      <dgm:spPr/>
      <dgm:t>
        <a:bodyPr/>
        <a:lstStyle/>
        <a:p>
          <a:endParaRPr lang="en-US"/>
        </a:p>
      </dgm:t>
    </dgm:pt>
    <dgm:pt modelId="{63374CE9-D155-490E-98F8-884F0F95E998}" type="sibTrans" cxnId="{8D9F2D11-6EBF-46D8-B5A6-C125363D8A73}">
      <dgm:prSet/>
      <dgm:spPr/>
      <dgm:t>
        <a:bodyPr/>
        <a:lstStyle/>
        <a:p>
          <a:endParaRPr lang="en-US"/>
        </a:p>
      </dgm:t>
    </dgm:pt>
    <dgm:pt modelId="{C40E63A2-D698-4F59-A46F-949FCE5053A0}">
      <dgm:prSet/>
      <dgm:spPr/>
      <dgm:t>
        <a:bodyPr/>
        <a:lstStyle/>
        <a:p>
          <a:r>
            <a:rPr lang="en-US" dirty="0" err="1"/>
            <a:t>Paralelización</a:t>
          </a:r>
          <a:r>
            <a:rPr lang="en-US" dirty="0"/>
            <a:t> del </a:t>
          </a:r>
          <a:r>
            <a:rPr lang="en-US" dirty="0" err="1"/>
            <a:t>bucle</a:t>
          </a:r>
          <a:r>
            <a:rPr lang="en-US" dirty="0"/>
            <a:t> principal</a:t>
          </a:r>
        </a:p>
      </dgm:t>
    </dgm:pt>
    <dgm:pt modelId="{0A617D43-C801-47D4-B5C0-B50A4B02FF5A}" type="parTrans" cxnId="{CD242386-3E64-4BBE-A8FF-0A7FEBA4C5FD}">
      <dgm:prSet/>
      <dgm:spPr/>
      <dgm:t>
        <a:bodyPr/>
        <a:lstStyle/>
        <a:p>
          <a:endParaRPr lang="en-US"/>
        </a:p>
      </dgm:t>
    </dgm:pt>
    <dgm:pt modelId="{C6576A1B-EC06-4E94-9597-6C1B8502B987}" type="sibTrans" cxnId="{CD242386-3E64-4BBE-A8FF-0A7FEBA4C5FD}">
      <dgm:prSet/>
      <dgm:spPr/>
      <dgm:t>
        <a:bodyPr/>
        <a:lstStyle/>
        <a:p>
          <a:endParaRPr lang="en-US"/>
        </a:p>
      </dgm:t>
    </dgm:pt>
    <dgm:pt modelId="{FAF878FB-802C-4C77-B09E-655AF80BD6BF}">
      <dgm:prSet/>
      <dgm:spPr/>
      <dgm:t>
        <a:bodyPr/>
        <a:lstStyle/>
        <a:p>
          <a:r>
            <a:rPr lang="en-US" dirty="0"/>
            <a:t>División del </a:t>
          </a:r>
          <a:r>
            <a:rPr lang="en-US" dirty="0" err="1"/>
            <a:t>rango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T </a:t>
          </a:r>
          <a:r>
            <a:rPr lang="en-US" dirty="0" err="1"/>
            <a:t>hilos</a:t>
          </a:r>
          <a:endParaRPr lang="en-US" dirty="0"/>
        </a:p>
      </dgm:t>
    </dgm:pt>
    <dgm:pt modelId="{14AC8911-A333-4892-A253-32520C806AA0}" type="parTrans" cxnId="{3B9CBEFF-20EC-41D5-B014-48E6E03856DD}">
      <dgm:prSet/>
      <dgm:spPr/>
      <dgm:t>
        <a:bodyPr/>
        <a:lstStyle/>
        <a:p>
          <a:endParaRPr lang="en-US"/>
        </a:p>
      </dgm:t>
    </dgm:pt>
    <dgm:pt modelId="{602FB019-DB1C-415F-87D4-C5FFE01C0CAD}" type="sibTrans" cxnId="{3B9CBEFF-20EC-41D5-B014-48E6E03856DD}">
      <dgm:prSet/>
      <dgm:spPr/>
      <dgm:t>
        <a:bodyPr/>
        <a:lstStyle/>
        <a:p>
          <a:endParaRPr lang="en-US"/>
        </a:p>
      </dgm:t>
    </dgm:pt>
    <dgm:pt modelId="{967DE80A-EA69-4A02-8146-D1B6CA69EBC6}">
      <dgm:prSet/>
      <dgm:spPr/>
      <dgm:t>
        <a:bodyPr/>
        <a:lstStyle/>
        <a:p>
          <a:r>
            <a:rPr lang="en-US" dirty="0" err="1"/>
            <a:t>Recolección</a:t>
          </a:r>
          <a:r>
            <a:rPr lang="en-US" dirty="0"/>
            <a:t> de </a:t>
          </a:r>
          <a:r>
            <a:rPr lang="en-US" dirty="0" err="1"/>
            <a:t>sumas</a:t>
          </a:r>
          <a:r>
            <a:rPr lang="en-US" dirty="0"/>
            <a:t> </a:t>
          </a:r>
          <a:r>
            <a:rPr lang="en-US" dirty="0" err="1"/>
            <a:t>parciales</a:t>
          </a:r>
          <a:endParaRPr lang="en-US" dirty="0"/>
        </a:p>
      </dgm:t>
    </dgm:pt>
    <dgm:pt modelId="{BA878009-6D6E-40C9-A7C2-52262818B0D8}" type="parTrans" cxnId="{77350936-325F-42F2-AEE3-3606EBB1A1F5}">
      <dgm:prSet/>
      <dgm:spPr/>
      <dgm:t>
        <a:bodyPr/>
        <a:lstStyle/>
        <a:p>
          <a:endParaRPr lang="en-US"/>
        </a:p>
      </dgm:t>
    </dgm:pt>
    <dgm:pt modelId="{634A7BEA-1FA0-4618-9BAE-4D57CFCF553F}" type="sibTrans" cxnId="{77350936-325F-42F2-AEE3-3606EBB1A1F5}">
      <dgm:prSet/>
      <dgm:spPr/>
      <dgm:t>
        <a:bodyPr/>
        <a:lstStyle/>
        <a:p>
          <a:endParaRPr lang="en-US"/>
        </a:p>
      </dgm:t>
    </dgm:pt>
    <dgm:pt modelId="{D45F1C2F-CB0C-481D-9A09-D32061217E28}" type="pres">
      <dgm:prSet presAssocID="{F3A4080F-8181-41EC-87B5-B275E8BEAA8E}" presName="root" presStyleCnt="0">
        <dgm:presLayoutVars>
          <dgm:dir/>
          <dgm:resizeHandles val="exact"/>
        </dgm:presLayoutVars>
      </dgm:prSet>
      <dgm:spPr/>
    </dgm:pt>
    <dgm:pt modelId="{EB4C4A10-D303-4E31-B49A-23AD4600B8E5}" type="pres">
      <dgm:prSet presAssocID="{D05FD2A3-0CA4-4578-9A13-945741784954}" presName="compNode" presStyleCnt="0"/>
      <dgm:spPr/>
    </dgm:pt>
    <dgm:pt modelId="{10D39399-D782-44CE-BD45-57D8080DFA9F}" type="pres">
      <dgm:prSet presAssocID="{D05FD2A3-0CA4-4578-9A13-945741784954}" presName="bgRect" presStyleLbl="bgShp" presStyleIdx="0" presStyleCnt="4"/>
      <dgm:spPr/>
    </dgm:pt>
    <dgm:pt modelId="{A0678F5B-8CA4-40F9-A15E-BB4D0CD5C93D}" type="pres">
      <dgm:prSet presAssocID="{D05FD2A3-0CA4-4578-9A13-9457417849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5DE1C3A8-5C0C-405F-988E-9055BA635E20}" type="pres">
      <dgm:prSet presAssocID="{D05FD2A3-0CA4-4578-9A13-945741784954}" presName="spaceRect" presStyleCnt="0"/>
      <dgm:spPr/>
    </dgm:pt>
    <dgm:pt modelId="{B59152E5-3606-4571-AA69-FBE5303C5C4A}" type="pres">
      <dgm:prSet presAssocID="{D05FD2A3-0CA4-4578-9A13-945741784954}" presName="parTx" presStyleLbl="revTx" presStyleIdx="0" presStyleCnt="4">
        <dgm:presLayoutVars>
          <dgm:chMax val="0"/>
          <dgm:chPref val="0"/>
        </dgm:presLayoutVars>
      </dgm:prSet>
      <dgm:spPr/>
    </dgm:pt>
    <dgm:pt modelId="{524E4B52-F24F-4163-8216-A33D6B629A9F}" type="pres">
      <dgm:prSet presAssocID="{63374CE9-D155-490E-98F8-884F0F95E998}" presName="sibTrans" presStyleCnt="0"/>
      <dgm:spPr/>
    </dgm:pt>
    <dgm:pt modelId="{50BE0B6D-84DB-4FC5-B04F-35FFCB838EAA}" type="pres">
      <dgm:prSet presAssocID="{C40E63A2-D698-4F59-A46F-949FCE5053A0}" presName="compNode" presStyleCnt="0"/>
      <dgm:spPr/>
    </dgm:pt>
    <dgm:pt modelId="{7D007653-E034-40C5-A6EF-E76FF82001F7}" type="pres">
      <dgm:prSet presAssocID="{C40E63A2-D698-4F59-A46F-949FCE5053A0}" presName="bgRect" presStyleLbl="bgShp" presStyleIdx="1" presStyleCnt="4"/>
      <dgm:spPr/>
    </dgm:pt>
    <dgm:pt modelId="{CF174BD1-C861-4762-AFCF-684A199696CF}" type="pres">
      <dgm:prSet presAssocID="{C40E63A2-D698-4F59-A46F-949FCE5053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2523716-879A-4228-B809-82D4D841ADF4}" type="pres">
      <dgm:prSet presAssocID="{C40E63A2-D698-4F59-A46F-949FCE5053A0}" presName="spaceRect" presStyleCnt="0"/>
      <dgm:spPr/>
    </dgm:pt>
    <dgm:pt modelId="{B3B6F3E5-8C46-447D-A178-1FF6480AA203}" type="pres">
      <dgm:prSet presAssocID="{C40E63A2-D698-4F59-A46F-949FCE5053A0}" presName="parTx" presStyleLbl="revTx" presStyleIdx="1" presStyleCnt="4">
        <dgm:presLayoutVars>
          <dgm:chMax val="0"/>
          <dgm:chPref val="0"/>
        </dgm:presLayoutVars>
      </dgm:prSet>
      <dgm:spPr/>
    </dgm:pt>
    <dgm:pt modelId="{09ABE6DB-1C81-477D-9BBC-AC3377CB43BB}" type="pres">
      <dgm:prSet presAssocID="{C6576A1B-EC06-4E94-9597-6C1B8502B987}" presName="sibTrans" presStyleCnt="0"/>
      <dgm:spPr/>
    </dgm:pt>
    <dgm:pt modelId="{78AB2F4D-D636-4046-96CE-5181E9CA79ED}" type="pres">
      <dgm:prSet presAssocID="{FAF878FB-802C-4C77-B09E-655AF80BD6BF}" presName="compNode" presStyleCnt="0"/>
      <dgm:spPr/>
    </dgm:pt>
    <dgm:pt modelId="{957EF26A-5909-4200-9531-DBB7764EE962}" type="pres">
      <dgm:prSet presAssocID="{FAF878FB-802C-4C77-B09E-655AF80BD6BF}" presName="bgRect" presStyleLbl="bgShp" presStyleIdx="2" presStyleCnt="4"/>
      <dgm:spPr/>
    </dgm:pt>
    <dgm:pt modelId="{ECECF06C-07C3-4E38-86F5-CDFD7B42F70C}" type="pres">
      <dgm:prSet presAssocID="{FAF878FB-802C-4C77-B09E-655AF80BD6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24F0AB14-599C-462A-B685-55405295E256}" type="pres">
      <dgm:prSet presAssocID="{FAF878FB-802C-4C77-B09E-655AF80BD6BF}" presName="spaceRect" presStyleCnt="0"/>
      <dgm:spPr/>
    </dgm:pt>
    <dgm:pt modelId="{27166186-7ACE-421C-91B6-8258B4F704F8}" type="pres">
      <dgm:prSet presAssocID="{FAF878FB-802C-4C77-B09E-655AF80BD6BF}" presName="parTx" presStyleLbl="revTx" presStyleIdx="2" presStyleCnt="4">
        <dgm:presLayoutVars>
          <dgm:chMax val="0"/>
          <dgm:chPref val="0"/>
        </dgm:presLayoutVars>
      </dgm:prSet>
      <dgm:spPr/>
    </dgm:pt>
    <dgm:pt modelId="{0C9AB3B8-DB3A-4CF6-8C7D-95E0F801F97E}" type="pres">
      <dgm:prSet presAssocID="{602FB019-DB1C-415F-87D4-C5FFE01C0CAD}" presName="sibTrans" presStyleCnt="0"/>
      <dgm:spPr/>
    </dgm:pt>
    <dgm:pt modelId="{1EDBFD3E-7159-4CFF-A686-ED5285E541FA}" type="pres">
      <dgm:prSet presAssocID="{967DE80A-EA69-4A02-8146-D1B6CA69EBC6}" presName="compNode" presStyleCnt="0"/>
      <dgm:spPr/>
    </dgm:pt>
    <dgm:pt modelId="{D24ECB86-AB24-49B0-B4F4-6A9203B77D59}" type="pres">
      <dgm:prSet presAssocID="{967DE80A-EA69-4A02-8146-D1B6CA69EBC6}" presName="bgRect" presStyleLbl="bgShp" presStyleIdx="3" presStyleCnt="4"/>
      <dgm:spPr/>
    </dgm:pt>
    <dgm:pt modelId="{16016FF9-EDB8-4E93-AF3B-B821C96ED42C}" type="pres">
      <dgm:prSet presAssocID="{967DE80A-EA69-4A02-8146-D1B6CA69EBC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9C0CADBA-5A74-4C1B-98F2-CEA32CC8E734}" type="pres">
      <dgm:prSet presAssocID="{967DE80A-EA69-4A02-8146-D1B6CA69EBC6}" presName="spaceRect" presStyleCnt="0"/>
      <dgm:spPr/>
    </dgm:pt>
    <dgm:pt modelId="{46CBF4CD-484C-4948-944E-D0F67A1FD3D6}" type="pres">
      <dgm:prSet presAssocID="{967DE80A-EA69-4A02-8146-D1B6CA69EBC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A646F0A-0344-44F7-BC93-5A1E476DDDD0}" type="presOf" srcId="{F3A4080F-8181-41EC-87B5-B275E8BEAA8E}" destId="{D45F1C2F-CB0C-481D-9A09-D32061217E28}" srcOrd="0" destOrd="0" presId="urn:microsoft.com/office/officeart/2018/2/layout/IconVerticalSolidList"/>
    <dgm:cxn modelId="{8D9F2D11-6EBF-46D8-B5A6-C125363D8A73}" srcId="{F3A4080F-8181-41EC-87B5-B275E8BEAA8E}" destId="{D05FD2A3-0CA4-4578-9A13-945741784954}" srcOrd="0" destOrd="0" parTransId="{C65E90D9-7544-48C3-A87B-A62BB8541C62}" sibTransId="{63374CE9-D155-490E-98F8-884F0F95E998}"/>
    <dgm:cxn modelId="{77350936-325F-42F2-AEE3-3606EBB1A1F5}" srcId="{F3A4080F-8181-41EC-87B5-B275E8BEAA8E}" destId="{967DE80A-EA69-4A02-8146-D1B6CA69EBC6}" srcOrd="3" destOrd="0" parTransId="{BA878009-6D6E-40C9-A7C2-52262818B0D8}" sibTransId="{634A7BEA-1FA0-4618-9BAE-4D57CFCF553F}"/>
    <dgm:cxn modelId="{5FD9E856-CB65-4B8C-B6E0-98004C8233F5}" type="presOf" srcId="{C40E63A2-D698-4F59-A46F-949FCE5053A0}" destId="{B3B6F3E5-8C46-447D-A178-1FF6480AA203}" srcOrd="0" destOrd="0" presId="urn:microsoft.com/office/officeart/2018/2/layout/IconVerticalSolidList"/>
    <dgm:cxn modelId="{CD242386-3E64-4BBE-A8FF-0A7FEBA4C5FD}" srcId="{F3A4080F-8181-41EC-87B5-B275E8BEAA8E}" destId="{C40E63A2-D698-4F59-A46F-949FCE5053A0}" srcOrd="1" destOrd="0" parTransId="{0A617D43-C801-47D4-B5C0-B50A4B02FF5A}" sibTransId="{C6576A1B-EC06-4E94-9597-6C1B8502B987}"/>
    <dgm:cxn modelId="{0A7028A2-18C7-4081-B266-8EE5133B20E3}" type="presOf" srcId="{D05FD2A3-0CA4-4578-9A13-945741784954}" destId="{B59152E5-3606-4571-AA69-FBE5303C5C4A}" srcOrd="0" destOrd="0" presId="urn:microsoft.com/office/officeart/2018/2/layout/IconVerticalSolidList"/>
    <dgm:cxn modelId="{1DD8B3C5-6520-41AF-9A2C-7B9F3282C48D}" type="presOf" srcId="{FAF878FB-802C-4C77-B09E-655AF80BD6BF}" destId="{27166186-7ACE-421C-91B6-8258B4F704F8}" srcOrd="0" destOrd="0" presId="urn:microsoft.com/office/officeart/2018/2/layout/IconVerticalSolidList"/>
    <dgm:cxn modelId="{6948A6C6-20D8-4875-8649-10CEB5EE91F9}" type="presOf" srcId="{967DE80A-EA69-4A02-8146-D1B6CA69EBC6}" destId="{46CBF4CD-484C-4948-944E-D0F67A1FD3D6}" srcOrd="0" destOrd="0" presId="urn:microsoft.com/office/officeart/2018/2/layout/IconVerticalSolidList"/>
    <dgm:cxn modelId="{3B9CBEFF-20EC-41D5-B014-48E6E03856DD}" srcId="{F3A4080F-8181-41EC-87B5-B275E8BEAA8E}" destId="{FAF878FB-802C-4C77-B09E-655AF80BD6BF}" srcOrd="2" destOrd="0" parTransId="{14AC8911-A333-4892-A253-32520C806AA0}" sibTransId="{602FB019-DB1C-415F-87D4-C5FFE01C0CAD}"/>
    <dgm:cxn modelId="{DF290DDA-41DA-43F7-B418-80B03B23040F}" type="presParOf" srcId="{D45F1C2F-CB0C-481D-9A09-D32061217E28}" destId="{EB4C4A10-D303-4E31-B49A-23AD4600B8E5}" srcOrd="0" destOrd="0" presId="urn:microsoft.com/office/officeart/2018/2/layout/IconVerticalSolidList"/>
    <dgm:cxn modelId="{DCE65F26-DFAA-4145-9177-CDE55AA24CF8}" type="presParOf" srcId="{EB4C4A10-D303-4E31-B49A-23AD4600B8E5}" destId="{10D39399-D782-44CE-BD45-57D8080DFA9F}" srcOrd="0" destOrd="0" presId="urn:microsoft.com/office/officeart/2018/2/layout/IconVerticalSolidList"/>
    <dgm:cxn modelId="{19E690B4-211C-4ED2-BFDA-A75C06390792}" type="presParOf" srcId="{EB4C4A10-D303-4E31-B49A-23AD4600B8E5}" destId="{A0678F5B-8CA4-40F9-A15E-BB4D0CD5C93D}" srcOrd="1" destOrd="0" presId="urn:microsoft.com/office/officeart/2018/2/layout/IconVerticalSolidList"/>
    <dgm:cxn modelId="{1D485406-20D9-401A-B38C-D1506DBF3842}" type="presParOf" srcId="{EB4C4A10-D303-4E31-B49A-23AD4600B8E5}" destId="{5DE1C3A8-5C0C-405F-988E-9055BA635E20}" srcOrd="2" destOrd="0" presId="urn:microsoft.com/office/officeart/2018/2/layout/IconVerticalSolidList"/>
    <dgm:cxn modelId="{20394DC8-18C8-40B5-9AA7-6331B73EE163}" type="presParOf" srcId="{EB4C4A10-D303-4E31-B49A-23AD4600B8E5}" destId="{B59152E5-3606-4571-AA69-FBE5303C5C4A}" srcOrd="3" destOrd="0" presId="urn:microsoft.com/office/officeart/2018/2/layout/IconVerticalSolidList"/>
    <dgm:cxn modelId="{0555C703-1798-45FC-9D37-6B6B9D8DE556}" type="presParOf" srcId="{D45F1C2F-CB0C-481D-9A09-D32061217E28}" destId="{524E4B52-F24F-4163-8216-A33D6B629A9F}" srcOrd="1" destOrd="0" presId="urn:microsoft.com/office/officeart/2018/2/layout/IconVerticalSolidList"/>
    <dgm:cxn modelId="{01E648F6-D8D8-4F8F-8E76-524424231C5A}" type="presParOf" srcId="{D45F1C2F-CB0C-481D-9A09-D32061217E28}" destId="{50BE0B6D-84DB-4FC5-B04F-35FFCB838EAA}" srcOrd="2" destOrd="0" presId="urn:microsoft.com/office/officeart/2018/2/layout/IconVerticalSolidList"/>
    <dgm:cxn modelId="{4EE60DEF-0CD6-439C-B91E-FE14FB8EAA6A}" type="presParOf" srcId="{50BE0B6D-84DB-4FC5-B04F-35FFCB838EAA}" destId="{7D007653-E034-40C5-A6EF-E76FF82001F7}" srcOrd="0" destOrd="0" presId="urn:microsoft.com/office/officeart/2018/2/layout/IconVerticalSolidList"/>
    <dgm:cxn modelId="{7C63B852-F585-4C08-8719-F9EFD0A619D7}" type="presParOf" srcId="{50BE0B6D-84DB-4FC5-B04F-35FFCB838EAA}" destId="{CF174BD1-C861-4762-AFCF-684A199696CF}" srcOrd="1" destOrd="0" presId="urn:microsoft.com/office/officeart/2018/2/layout/IconVerticalSolidList"/>
    <dgm:cxn modelId="{8E9514AE-2DCC-4CEC-BF1D-A6C1CCFD2EF7}" type="presParOf" srcId="{50BE0B6D-84DB-4FC5-B04F-35FFCB838EAA}" destId="{A2523716-879A-4228-B809-82D4D841ADF4}" srcOrd="2" destOrd="0" presId="urn:microsoft.com/office/officeart/2018/2/layout/IconVerticalSolidList"/>
    <dgm:cxn modelId="{691CC47C-E253-4ABB-8187-F553519EE1F6}" type="presParOf" srcId="{50BE0B6D-84DB-4FC5-B04F-35FFCB838EAA}" destId="{B3B6F3E5-8C46-447D-A178-1FF6480AA203}" srcOrd="3" destOrd="0" presId="urn:microsoft.com/office/officeart/2018/2/layout/IconVerticalSolidList"/>
    <dgm:cxn modelId="{0081EEB4-18AF-4A73-B5FB-E020A8DEF599}" type="presParOf" srcId="{D45F1C2F-CB0C-481D-9A09-D32061217E28}" destId="{09ABE6DB-1C81-477D-9BBC-AC3377CB43BB}" srcOrd="3" destOrd="0" presId="urn:microsoft.com/office/officeart/2018/2/layout/IconVerticalSolidList"/>
    <dgm:cxn modelId="{09AEF473-1EA1-4B8F-9E82-873B39B6D127}" type="presParOf" srcId="{D45F1C2F-CB0C-481D-9A09-D32061217E28}" destId="{78AB2F4D-D636-4046-96CE-5181E9CA79ED}" srcOrd="4" destOrd="0" presId="urn:microsoft.com/office/officeart/2018/2/layout/IconVerticalSolidList"/>
    <dgm:cxn modelId="{106D0F0C-605C-4742-B59C-01DC08F1FEC1}" type="presParOf" srcId="{78AB2F4D-D636-4046-96CE-5181E9CA79ED}" destId="{957EF26A-5909-4200-9531-DBB7764EE962}" srcOrd="0" destOrd="0" presId="urn:microsoft.com/office/officeart/2018/2/layout/IconVerticalSolidList"/>
    <dgm:cxn modelId="{FC17AE04-D3CE-4229-B01E-77F6CBCB947C}" type="presParOf" srcId="{78AB2F4D-D636-4046-96CE-5181E9CA79ED}" destId="{ECECF06C-07C3-4E38-86F5-CDFD7B42F70C}" srcOrd="1" destOrd="0" presId="urn:microsoft.com/office/officeart/2018/2/layout/IconVerticalSolidList"/>
    <dgm:cxn modelId="{F3E4643D-B056-483F-A033-6B5F3AA4C211}" type="presParOf" srcId="{78AB2F4D-D636-4046-96CE-5181E9CA79ED}" destId="{24F0AB14-599C-462A-B685-55405295E256}" srcOrd="2" destOrd="0" presId="urn:microsoft.com/office/officeart/2018/2/layout/IconVerticalSolidList"/>
    <dgm:cxn modelId="{D6312BC9-242A-4F1A-B85E-3740D793720D}" type="presParOf" srcId="{78AB2F4D-D636-4046-96CE-5181E9CA79ED}" destId="{27166186-7ACE-421C-91B6-8258B4F704F8}" srcOrd="3" destOrd="0" presId="urn:microsoft.com/office/officeart/2018/2/layout/IconVerticalSolidList"/>
    <dgm:cxn modelId="{FCE22F25-33A2-4857-8EEE-FE3AB9ED26D6}" type="presParOf" srcId="{D45F1C2F-CB0C-481D-9A09-D32061217E28}" destId="{0C9AB3B8-DB3A-4CF6-8C7D-95E0F801F97E}" srcOrd="5" destOrd="0" presId="urn:microsoft.com/office/officeart/2018/2/layout/IconVerticalSolidList"/>
    <dgm:cxn modelId="{BD4572FD-89D5-4E9B-8652-28E4A36ED928}" type="presParOf" srcId="{D45F1C2F-CB0C-481D-9A09-D32061217E28}" destId="{1EDBFD3E-7159-4CFF-A686-ED5285E541FA}" srcOrd="6" destOrd="0" presId="urn:microsoft.com/office/officeart/2018/2/layout/IconVerticalSolidList"/>
    <dgm:cxn modelId="{DC08F96F-5C78-4B9B-A94D-056EECADB5B0}" type="presParOf" srcId="{1EDBFD3E-7159-4CFF-A686-ED5285E541FA}" destId="{D24ECB86-AB24-49B0-B4F4-6A9203B77D59}" srcOrd="0" destOrd="0" presId="urn:microsoft.com/office/officeart/2018/2/layout/IconVerticalSolidList"/>
    <dgm:cxn modelId="{4E7E54E1-4670-421D-B9C9-3B8005CC12E0}" type="presParOf" srcId="{1EDBFD3E-7159-4CFF-A686-ED5285E541FA}" destId="{16016FF9-EDB8-4E93-AF3B-B821C96ED42C}" srcOrd="1" destOrd="0" presId="urn:microsoft.com/office/officeart/2018/2/layout/IconVerticalSolidList"/>
    <dgm:cxn modelId="{E220D0E2-ECEA-492B-82FE-623799CA8EB2}" type="presParOf" srcId="{1EDBFD3E-7159-4CFF-A686-ED5285E541FA}" destId="{9C0CADBA-5A74-4C1B-98F2-CEA32CC8E734}" srcOrd="2" destOrd="0" presId="urn:microsoft.com/office/officeart/2018/2/layout/IconVerticalSolidList"/>
    <dgm:cxn modelId="{E1024D40-6E8A-4937-8C8A-63A6D0CD7EF6}" type="presParOf" srcId="{1EDBFD3E-7159-4CFF-A686-ED5285E541FA}" destId="{46CBF4CD-484C-4948-944E-D0F67A1FD3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DDD17B-3EE1-4DD7-AFE6-3F08E2F51B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D2FD893-6CB4-4377-ACA4-D55AAE5BE1A0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crea</a:t>
          </a:r>
          <a:r>
            <a:rPr lang="en-US" dirty="0"/>
            <a:t> T </a:t>
          </a:r>
          <a:r>
            <a:rPr lang="en-US" dirty="0" err="1"/>
            <a:t>hilos</a:t>
          </a:r>
          <a:endParaRPr lang="en-US" dirty="0"/>
        </a:p>
      </dgm:t>
    </dgm:pt>
    <dgm:pt modelId="{057CE8E8-8F85-4069-BCAD-8B84BF801B4B}" type="parTrans" cxnId="{0AFC571C-ADC1-4971-91AA-E63355ABAA50}">
      <dgm:prSet/>
      <dgm:spPr/>
      <dgm:t>
        <a:bodyPr/>
        <a:lstStyle/>
        <a:p>
          <a:endParaRPr lang="en-US"/>
        </a:p>
      </dgm:t>
    </dgm:pt>
    <dgm:pt modelId="{1ADB57AB-612D-4635-ADFD-14490676B56F}" type="sibTrans" cxnId="{0AFC571C-ADC1-4971-91AA-E63355ABAA50}">
      <dgm:prSet/>
      <dgm:spPr/>
      <dgm:t>
        <a:bodyPr/>
        <a:lstStyle/>
        <a:p>
          <a:endParaRPr lang="en-US"/>
        </a:p>
      </dgm:t>
    </dgm:pt>
    <dgm:pt modelId="{BB124AA0-1E64-4DD2-B1A8-285074BEDD04}">
      <dgm:prSet/>
      <dgm:spPr/>
      <dgm:t>
        <a:bodyPr/>
        <a:lstStyle/>
        <a:p>
          <a:r>
            <a:rPr lang="en-US" dirty="0"/>
            <a:t>Cada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calcula</a:t>
          </a:r>
          <a:r>
            <a:rPr lang="en-US" dirty="0"/>
            <a:t> </a:t>
          </a:r>
          <a:r>
            <a:rPr lang="en-US" dirty="0" err="1"/>
            <a:t>su</a:t>
          </a:r>
          <a:r>
            <a:rPr lang="en-US" dirty="0"/>
            <a:t> sub-</a:t>
          </a:r>
          <a:r>
            <a:rPr lang="en-US" dirty="0" err="1"/>
            <a:t>rango</a:t>
          </a:r>
          <a:endParaRPr lang="en-US" dirty="0"/>
        </a:p>
      </dgm:t>
    </dgm:pt>
    <dgm:pt modelId="{FB5127CD-2151-4E1C-815D-A340362A3749}" type="parTrans" cxnId="{79EB9085-B8FB-49E4-BB1E-A48C04365C2D}">
      <dgm:prSet/>
      <dgm:spPr/>
      <dgm:t>
        <a:bodyPr/>
        <a:lstStyle/>
        <a:p>
          <a:endParaRPr lang="en-US"/>
        </a:p>
      </dgm:t>
    </dgm:pt>
    <dgm:pt modelId="{7E907A2B-FB30-4FC8-8BC0-040D3ECBAEC0}" type="sibTrans" cxnId="{79EB9085-B8FB-49E4-BB1E-A48C04365C2D}">
      <dgm:prSet/>
      <dgm:spPr/>
      <dgm:t>
        <a:bodyPr/>
        <a:lstStyle/>
        <a:p>
          <a:endParaRPr lang="en-US"/>
        </a:p>
      </dgm:t>
    </dgm:pt>
    <dgm:pt modelId="{6C2C4810-AD0B-43F5-AD1C-F8ED80F40DA1}">
      <dgm:prSet/>
      <dgm:spPr/>
      <dgm:t>
        <a:bodyPr/>
        <a:lstStyle/>
        <a:p>
          <a:r>
            <a:rPr lang="en-US" dirty="0" err="1"/>
            <a:t>pthread_join</a:t>
          </a:r>
          <a:r>
            <a:rPr lang="en-US" dirty="0"/>
            <a:t> </a:t>
          </a:r>
          <a:r>
            <a:rPr lang="en-US" dirty="0" err="1"/>
            <a:t>recoge</a:t>
          </a:r>
          <a:r>
            <a:rPr lang="en-US" dirty="0"/>
            <a:t> </a:t>
          </a:r>
          <a:r>
            <a:rPr lang="en-US" dirty="0" err="1"/>
            <a:t>resultados</a:t>
          </a:r>
          <a:endParaRPr lang="en-US" dirty="0"/>
        </a:p>
      </dgm:t>
    </dgm:pt>
    <dgm:pt modelId="{CEBB03D4-05C1-482F-A24A-311189D5580C}" type="parTrans" cxnId="{F8617269-0736-4D43-AD6C-71D06CD64418}">
      <dgm:prSet/>
      <dgm:spPr/>
      <dgm:t>
        <a:bodyPr/>
        <a:lstStyle/>
        <a:p>
          <a:endParaRPr lang="en-US"/>
        </a:p>
      </dgm:t>
    </dgm:pt>
    <dgm:pt modelId="{C7DDCAD3-D504-44B0-861B-A4E9E975FF5E}" type="sibTrans" cxnId="{F8617269-0736-4D43-AD6C-71D06CD64418}">
      <dgm:prSet/>
      <dgm:spPr/>
      <dgm:t>
        <a:bodyPr/>
        <a:lstStyle/>
        <a:p>
          <a:endParaRPr lang="en-US"/>
        </a:p>
      </dgm:t>
    </dgm:pt>
    <dgm:pt modelId="{D4E442FE-ED53-44BF-9962-16179EEC5DD6}">
      <dgm:prSet/>
      <dgm:spPr/>
      <dgm:t>
        <a:bodyPr/>
        <a:lstStyle/>
        <a:p>
          <a:r>
            <a:rPr lang="en-US" dirty="0"/>
            <a:t>Evita mutex (sin </a:t>
          </a:r>
          <a:r>
            <a:rPr lang="en-US" dirty="0" err="1"/>
            <a:t>contención</a:t>
          </a:r>
          <a:r>
            <a:rPr lang="en-US" dirty="0"/>
            <a:t>)</a:t>
          </a:r>
        </a:p>
      </dgm:t>
    </dgm:pt>
    <dgm:pt modelId="{57C5B8D8-4CAA-4ED7-8109-3F651ABB2F31}" type="parTrans" cxnId="{40B570B3-EC30-45A8-B906-A59BE49FEDB8}">
      <dgm:prSet/>
      <dgm:spPr/>
      <dgm:t>
        <a:bodyPr/>
        <a:lstStyle/>
        <a:p>
          <a:endParaRPr lang="en-US"/>
        </a:p>
      </dgm:t>
    </dgm:pt>
    <dgm:pt modelId="{A9756EAA-78C2-4759-B5AF-8F0481A33CEF}" type="sibTrans" cxnId="{40B570B3-EC30-45A8-B906-A59BE49FEDB8}">
      <dgm:prSet/>
      <dgm:spPr/>
      <dgm:t>
        <a:bodyPr/>
        <a:lstStyle/>
        <a:p>
          <a:endParaRPr lang="en-US"/>
        </a:p>
      </dgm:t>
    </dgm:pt>
    <dgm:pt modelId="{04AC7725-A357-46C4-B1D2-96477F75CDC7}" type="pres">
      <dgm:prSet presAssocID="{F2DDD17B-3EE1-4DD7-AFE6-3F08E2F51B5C}" presName="linear" presStyleCnt="0">
        <dgm:presLayoutVars>
          <dgm:animLvl val="lvl"/>
          <dgm:resizeHandles val="exact"/>
        </dgm:presLayoutVars>
      </dgm:prSet>
      <dgm:spPr/>
    </dgm:pt>
    <dgm:pt modelId="{FBA7999E-D2CA-45B9-8A4E-CA6CBE661FB2}" type="pres">
      <dgm:prSet presAssocID="{9D2FD893-6CB4-4377-ACA4-D55AAE5BE1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7DD0F5-4FB1-4C40-98FB-11BDF148181B}" type="pres">
      <dgm:prSet presAssocID="{1ADB57AB-612D-4635-ADFD-14490676B56F}" presName="spacer" presStyleCnt="0"/>
      <dgm:spPr/>
    </dgm:pt>
    <dgm:pt modelId="{B19FB6B7-50FF-459D-BA05-DFF5AD031E1F}" type="pres">
      <dgm:prSet presAssocID="{BB124AA0-1E64-4DD2-B1A8-285074BEDD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904351-5797-4482-B5B2-2B77BF1AB9BD}" type="pres">
      <dgm:prSet presAssocID="{7E907A2B-FB30-4FC8-8BC0-040D3ECBAEC0}" presName="spacer" presStyleCnt="0"/>
      <dgm:spPr/>
    </dgm:pt>
    <dgm:pt modelId="{4F0BBBE3-A148-4327-B658-4A32FAAFC53B}" type="pres">
      <dgm:prSet presAssocID="{6C2C4810-AD0B-43F5-AD1C-F8ED80F40D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BF502F-0401-4D82-BBA4-5CF88554E95C}" type="pres">
      <dgm:prSet presAssocID="{C7DDCAD3-D504-44B0-861B-A4E9E975FF5E}" presName="spacer" presStyleCnt="0"/>
      <dgm:spPr/>
    </dgm:pt>
    <dgm:pt modelId="{41D09971-BC0E-4171-B172-C84B35A1AD5B}" type="pres">
      <dgm:prSet presAssocID="{D4E442FE-ED53-44BF-9962-16179EEC5D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FC571C-ADC1-4971-91AA-E63355ABAA50}" srcId="{F2DDD17B-3EE1-4DD7-AFE6-3F08E2F51B5C}" destId="{9D2FD893-6CB4-4377-ACA4-D55AAE5BE1A0}" srcOrd="0" destOrd="0" parTransId="{057CE8E8-8F85-4069-BCAD-8B84BF801B4B}" sibTransId="{1ADB57AB-612D-4635-ADFD-14490676B56F}"/>
    <dgm:cxn modelId="{F8617269-0736-4D43-AD6C-71D06CD64418}" srcId="{F2DDD17B-3EE1-4DD7-AFE6-3F08E2F51B5C}" destId="{6C2C4810-AD0B-43F5-AD1C-F8ED80F40DA1}" srcOrd="2" destOrd="0" parTransId="{CEBB03D4-05C1-482F-A24A-311189D5580C}" sibTransId="{C7DDCAD3-D504-44B0-861B-A4E9E975FF5E}"/>
    <dgm:cxn modelId="{95AD4A6F-C857-43D0-B663-01E7385DC97A}" type="presOf" srcId="{D4E442FE-ED53-44BF-9962-16179EEC5DD6}" destId="{41D09971-BC0E-4171-B172-C84B35A1AD5B}" srcOrd="0" destOrd="0" presId="urn:microsoft.com/office/officeart/2005/8/layout/vList2"/>
    <dgm:cxn modelId="{251EA853-72A9-4D5A-96C3-3BB607943BC6}" type="presOf" srcId="{BB124AA0-1E64-4DD2-B1A8-285074BEDD04}" destId="{B19FB6B7-50FF-459D-BA05-DFF5AD031E1F}" srcOrd="0" destOrd="0" presId="urn:microsoft.com/office/officeart/2005/8/layout/vList2"/>
    <dgm:cxn modelId="{79EB9085-B8FB-49E4-BB1E-A48C04365C2D}" srcId="{F2DDD17B-3EE1-4DD7-AFE6-3F08E2F51B5C}" destId="{BB124AA0-1E64-4DD2-B1A8-285074BEDD04}" srcOrd="1" destOrd="0" parTransId="{FB5127CD-2151-4E1C-815D-A340362A3749}" sibTransId="{7E907A2B-FB30-4FC8-8BC0-040D3ECBAEC0}"/>
    <dgm:cxn modelId="{9F09249C-06E1-4FEB-A672-65CB65B2B4A1}" type="presOf" srcId="{F2DDD17B-3EE1-4DD7-AFE6-3F08E2F51B5C}" destId="{04AC7725-A357-46C4-B1D2-96477F75CDC7}" srcOrd="0" destOrd="0" presId="urn:microsoft.com/office/officeart/2005/8/layout/vList2"/>
    <dgm:cxn modelId="{40B570B3-EC30-45A8-B906-A59BE49FEDB8}" srcId="{F2DDD17B-3EE1-4DD7-AFE6-3F08E2F51B5C}" destId="{D4E442FE-ED53-44BF-9962-16179EEC5DD6}" srcOrd="3" destOrd="0" parTransId="{57C5B8D8-4CAA-4ED7-8109-3F651ABB2F31}" sibTransId="{A9756EAA-78C2-4759-B5AF-8F0481A33CEF}"/>
    <dgm:cxn modelId="{6AF716C1-A33A-4D04-97A6-1EFC9A9382D7}" type="presOf" srcId="{9D2FD893-6CB4-4377-ACA4-D55AAE5BE1A0}" destId="{FBA7999E-D2CA-45B9-8A4E-CA6CBE661FB2}" srcOrd="0" destOrd="0" presId="urn:microsoft.com/office/officeart/2005/8/layout/vList2"/>
    <dgm:cxn modelId="{6710A0D5-C93C-4B13-B93D-48CAD6189E0F}" type="presOf" srcId="{6C2C4810-AD0B-43F5-AD1C-F8ED80F40DA1}" destId="{4F0BBBE3-A148-4327-B658-4A32FAAFC53B}" srcOrd="0" destOrd="0" presId="urn:microsoft.com/office/officeart/2005/8/layout/vList2"/>
    <dgm:cxn modelId="{DF50179F-82BC-4703-B37D-D1A24BBCADBB}" type="presParOf" srcId="{04AC7725-A357-46C4-B1D2-96477F75CDC7}" destId="{FBA7999E-D2CA-45B9-8A4E-CA6CBE661FB2}" srcOrd="0" destOrd="0" presId="urn:microsoft.com/office/officeart/2005/8/layout/vList2"/>
    <dgm:cxn modelId="{5EC8B990-E7D3-4263-9792-143DB6811494}" type="presParOf" srcId="{04AC7725-A357-46C4-B1D2-96477F75CDC7}" destId="{197DD0F5-4FB1-4C40-98FB-11BDF148181B}" srcOrd="1" destOrd="0" presId="urn:microsoft.com/office/officeart/2005/8/layout/vList2"/>
    <dgm:cxn modelId="{08936EEE-6229-478D-BA29-6D3879B910FC}" type="presParOf" srcId="{04AC7725-A357-46C4-B1D2-96477F75CDC7}" destId="{B19FB6B7-50FF-459D-BA05-DFF5AD031E1F}" srcOrd="2" destOrd="0" presId="urn:microsoft.com/office/officeart/2005/8/layout/vList2"/>
    <dgm:cxn modelId="{2123BD34-2F9D-445C-9698-DA4A59866DA9}" type="presParOf" srcId="{04AC7725-A357-46C4-B1D2-96477F75CDC7}" destId="{98904351-5797-4482-B5B2-2B77BF1AB9BD}" srcOrd="3" destOrd="0" presId="urn:microsoft.com/office/officeart/2005/8/layout/vList2"/>
    <dgm:cxn modelId="{6221ADFF-0E55-4585-9950-F4AD69B97315}" type="presParOf" srcId="{04AC7725-A357-46C4-B1D2-96477F75CDC7}" destId="{4F0BBBE3-A148-4327-B658-4A32FAAFC53B}" srcOrd="4" destOrd="0" presId="urn:microsoft.com/office/officeart/2005/8/layout/vList2"/>
    <dgm:cxn modelId="{65FCDB43-7BA2-41DC-A948-80EF4F3828FF}" type="presParOf" srcId="{04AC7725-A357-46C4-B1D2-96477F75CDC7}" destId="{9BBF502F-0401-4D82-BBA4-5CF88554E95C}" srcOrd="5" destOrd="0" presId="urn:microsoft.com/office/officeart/2005/8/layout/vList2"/>
    <dgm:cxn modelId="{44DC5805-1099-460A-98B4-D965D52FB96B}" type="presParOf" srcId="{04AC7725-A357-46C4-B1D2-96477F75CDC7}" destId="{41D09971-BC0E-4171-B172-C84B35A1AD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E9BCA8-A4EB-4A0F-AD8F-D50F27D9986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22DBD0-C060-445D-A1DD-0FFFC6CC2C6D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reserva</a:t>
          </a:r>
          <a:r>
            <a:rPr lang="en-US" dirty="0"/>
            <a:t> </a:t>
          </a:r>
          <a:r>
            <a:rPr lang="en-US" dirty="0" err="1"/>
            <a:t>arreglo</a:t>
          </a:r>
          <a:r>
            <a:rPr lang="en-US" dirty="0"/>
            <a:t> </a:t>
          </a:r>
          <a:r>
            <a:rPr lang="en-US" dirty="0" err="1"/>
            <a:t>compartido</a:t>
          </a:r>
          <a:endParaRPr lang="en-US" dirty="0"/>
        </a:p>
      </dgm:t>
    </dgm:pt>
    <dgm:pt modelId="{EB9F9F34-C779-4BC3-9BA3-421B42D3E042}" type="parTrans" cxnId="{94EA9809-2B1B-48CC-89B0-04155B3B69B5}">
      <dgm:prSet/>
      <dgm:spPr/>
      <dgm:t>
        <a:bodyPr/>
        <a:lstStyle/>
        <a:p>
          <a:endParaRPr lang="en-US"/>
        </a:p>
      </dgm:t>
    </dgm:pt>
    <dgm:pt modelId="{64FFDA2D-A63D-483D-A2D1-C06503B76001}" type="sibTrans" cxnId="{94EA9809-2B1B-48CC-89B0-04155B3B69B5}">
      <dgm:prSet/>
      <dgm:spPr/>
      <dgm:t>
        <a:bodyPr/>
        <a:lstStyle/>
        <a:p>
          <a:endParaRPr lang="en-US"/>
        </a:p>
      </dgm:t>
    </dgm:pt>
    <dgm:pt modelId="{EB967985-D18E-4CC3-9F3F-1672EF05D425}">
      <dgm:prSet/>
      <dgm:spPr/>
      <dgm:t>
        <a:bodyPr/>
        <a:lstStyle/>
        <a:p>
          <a:r>
            <a:rPr lang="en-US" dirty="0"/>
            <a:t>Crea 1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trabajador</a:t>
          </a:r>
          <a:endParaRPr lang="en-US" dirty="0"/>
        </a:p>
      </dgm:t>
    </dgm:pt>
    <dgm:pt modelId="{20BCA301-F2A1-400E-9356-E3FBDAF4F205}" type="parTrans" cxnId="{A1B040CF-1154-49DB-9473-0D99CF5EB9F2}">
      <dgm:prSet/>
      <dgm:spPr/>
      <dgm:t>
        <a:bodyPr/>
        <a:lstStyle/>
        <a:p>
          <a:endParaRPr lang="en-US"/>
        </a:p>
      </dgm:t>
    </dgm:pt>
    <dgm:pt modelId="{D221C2B1-2D48-4FE4-A315-318C90735541}" type="sibTrans" cxnId="{A1B040CF-1154-49DB-9473-0D99CF5EB9F2}">
      <dgm:prSet/>
      <dgm:spPr/>
      <dgm:t>
        <a:bodyPr/>
        <a:lstStyle/>
        <a:p>
          <a:endParaRPr lang="en-US"/>
        </a:p>
      </dgm:t>
    </dgm:pt>
    <dgm:pt modelId="{7256C532-0B30-43D0-9B6D-76BC06862400}">
      <dgm:prSet/>
      <dgm:spPr/>
      <dgm:t>
        <a:bodyPr/>
        <a:lstStyle/>
        <a:p>
          <a:r>
            <a:rPr lang="en-US" dirty="0"/>
            <a:t>El </a:t>
          </a:r>
          <a:r>
            <a:rPr lang="en-US" dirty="0" err="1"/>
            <a:t>hilo</a:t>
          </a:r>
          <a:r>
            <a:rPr lang="en-US" dirty="0"/>
            <a:t> </a:t>
          </a:r>
          <a:r>
            <a:rPr lang="en-US" dirty="0" err="1"/>
            <a:t>calcula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N </a:t>
          </a:r>
          <a:r>
            <a:rPr lang="en-US" dirty="0" err="1"/>
            <a:t>elementos</a:t>
          </a:r>
          <a:endParaRPr lang="en-US" dirty="0"/>
        </a:p>
      </dgm:t>
    </dgm:pt>
    <dgm:pt modelId="{37D41BA7-FB5B-4912-B156-E416507355E3}" type="parTrans" cxnId="{669D7E0B-C110-4A23-8172-D698F64A4ED6}">
      <dgm:prSet/>
      <dgm:spPr/>
      <dgm:t>
        <a:bodyPr/>
        <a:lstStyle/>
        <a:p>
          <a:endParaRPr lang="en-US"/>
        </a:p>
      </dgm:t>
    </dgm:pt>
    <dgm:pt modelId="{784EACA1-0F84-4501-B337-1BCFC41798BA}" type="sibTrans" cxnId="{669D7E0B-C110-4A23-8172-D698F64A4ED6}">
      <dgm:prSet/>
      <dgm:spPr/>
      <dgm:t>
        <a:bodyPr/>
        <a:lstStyle/>
        <a:p>
          <a:endParaRPr lang="en-US"/>
        </a:p>
      </dgm:t>
    </dgm:pt>
    <dgm:pt modelId="{D4A512D1-6D02-4B30-B72C-667A76357D12}">
      <dgm:prSet/>
      <dgm:spPr/>
      <dgm:t>
        <a:bodyPr/>
        <a:lstStyle/>
        <a:p>
          <a:r>
            <a:rPr lang="en-US" dirty="0"/>
            <a:t>main </a:t>
          </a:r>
          <a:r>
            <a:rPr lang="en-US" dirty="0" err="1"/>
            <a:t>imprime</a:t>
          </a:r>
          <a:r>
            <a:rPr lang="en-US" dirty="0"/>
            <a:t> la </a:t>
          </a:r>
          <a:r>
            <a:rPr lang="en-US" dirty="0" err="1"/>
            <a:t>secuencia</a:t>
          </a:r>
          <a:r>
            <a:rPr lang="en-US" dirty="0"/>
            <a:t> </a:t>
          </a:r>
          <a:r>
            <a:rPr lang="en-US" dirty="0" err="1"/>
            <a:t>tras</a:t>
          </a:r>
          <a:r>
            <a:rPr lang="en-US" dirty="0"/>
            <a:t> join</a:t>
          </a:r>
        </a:p>
      </dgm:t>
    </dgm:pt>
    <dgm:pt modelId="{6A100B4E-B423-439B-BF9D-0C5149F5A33F}" type="parTrans" cxnId="{FDF4AC9A-3622-4138-97B7-8358062BC69C}">
      <dgm:prSet/>
      <dgm:spPr/>
      <dgm:t>
        <a:bodyPr/>
        <a:lstStyle/>
        <a:p>
          <a:endParaRPr lang="en-US"/>
        </a:p>
      </dgm:t>
    </dgm:pt>
    <dgm:pt modelId="{322F5C75-64CF-4E8E-A04E-152F441A1C39}" type="sibTrans" cxnId="{FDF4AC9A-3622-4138-97B7-8358062BC69C}">
      <dgm:prSet/>
      <dgm:spPr/>
      <dgm:t>
        <a:bodyPr/>
        <a:lstStyle/>
        <a:p>
          <a:endParaRPr lang="en-US"/>
        </a:p>
      </dgm:t>
    </dgm:pt>
    <dgm:pt modelId="{0C29FC30-3CE5-4DEE-BEF4-3C63FB2204FA}" type="pres">
      <dgm:prSet presAssocID="{02E9BCA8-A4EB-4A0F-AD8F-D50F27D99861}" presName="linear" presStyleCnt="0">
        <dgm:presLayoutVars>
          <dgm:animLvl val="lvl"/>
          <dgm:resizeHandles val="exact"/>
        </dgm:presLayoutVars>
      </dgm:prSet>
      <dgm:spPr/>
    </dgm:pt>
    <dgm:pt modelId="{CAA7990F-F8BA-490B-A8EF-FE83CB01AA29}" type="pres">
      <dgm:prSet presAssocID="{1922DBD0-C060-445D-A1DD-0FFFC6CC2C6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25D033-897E-469E-95F7-2D27EF877496}" type="pres">
      <dgm:prSet presAssocID="{64FFDA2D-A63D-483D-A2D1-C06503B76001}" presName="spacer" presStyleCnt="0"/>
      <dgm:spPr/>
    </dgm:pt>
    <dgm:pt modelId="{0CF63ABB-96DF-4B59-AFB6-98D442E17B5E}" type="pres">
      <dgm:prSet presAssocID="{EB967985-D18E-4CC3-9F3F-1672EF05D4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0E7A6F-9CC0-44D8-8082-B2505ABF52CE}" type="pres">
      <dgm:prSet presAssocID="{D221C2B1-2D48-4FE4-A315-318C90735541}" presName="spacer" presStyleCnt="0"/>
      <dgm:spPr/>
    </dgm:pt>
    <dgm:pt modelId="{7BF8D267-A006-411F-BF9E-716B6CD70A9A}" type="pres">
      <dgm:prSet presAssocID="{7256C532-0B30-43D0-9B6D-76BC0686240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E2F287-2FBC-4A41-B5C1-1047C3D96D73}" type="pres">
      <dgm:prSet presAssocID="{784EACA1-0F84-4501-B337-1BCFC41798BA}" presName="spacer" presStyleCnt="0"/>
      <dgm:spPr/>
    </dgm:pt>
    <dgm:pt modelId="{1EC2801B-4FF5-404A-9710-0A323EB964A8}" type="pres">
      <dgm:prSet presAssocID="{D4A512D1-6D02-4B30-B72C-667A76357D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BDA708-8406-475E-8FB3-06EAADA52A4B}" type="presOf" srcId="{EB967985-D18E-4CC3-9F3F-1672EF05D425}" destId="{0CF63ABB-96DF-4B59-AFB6-98D442E17B5E}" srcOrd="0" destOrd="0" presId="urn:microsoft.com/office/officeart/2005/8/layout/vList2"/>
    <dgm:cxn modelId="{94EA9809-2B1B-48CC-89B0-04155B3B69B5}" srcId="{02E9BCA8-A4EB-4A0F-AD8F-D50F27D99861}" destId="{1922DBD0-C060-445D-A1DD-0FFFC6CC2C6D}" srcOrd="0" destOrd="0" parTransId="{EB9F9F34-C779-4BC3-9BA3-421B42D3E042}" sibTransId="{64FFDA2D-A63D-483D-A2D1-C06503B76001}"/>
    <dgm:cxn modelId="{669D7E0B-C110-4A23-8172-D698F64A4ED6}" srcId="{02E9BCA8-A4EB-4A0F-AD8F-D50F27D99861}" destId="{7256C532-0B30-43D0-9B6D-76BC06862400}" srcOrd="2" destOrd="0" parTransId="{37D41BA7-FB5B-4912-B156-E416507355E3}" sibTransId="{784EACA1-0F84-4501-B337-1BCFC41798BA}"/>
    <dgm:cxn modelId="{F59EA31C-D1C4-4BD7-91E0-755C4FB8C5D4}" type="presOf" srcId="{02E9BCA8-A4EB-4A0F-AD8F-D50F27D99861}" destId="{0C29FC30-3CE5-4DEE-BEF4-3C63FB2204FA}" srcOrd="0" destOrd="0" presId="urn:microsoft.com/office/officeart/2005/8/layout/vList2"/>
    <dgm:cxn modelId="{F0FCC042-9230-448D-AD4E-5A85B3AFC47A}" type="presOf" srcId="{D4A512D1-6D02-4B30-B72C-667A76357D12}" destId="{1EC2801B-4FF5-404A-9710-0A323EB964A8}" srcOrd="0" destOrd="0" presId="urn:microsoft.com/office/officeart/2005/8/layout/vList2"/>
    <dgm:cxn modelId="{FDF4AC9A-3622-4138-97B7-8358062BC69C}" srcId="{02E9BCA8-A4EB-4A0F-AD8F-D50F27D99861}" destId="{D4A512D1-6D02-4B30-B72C-667A76357D12}" srcOrd="3" destOrd="0" parTransId="{6A100B4E-B423-439B-BF9D-0C5149F5A33F}" sibTransId="{322F5C75-64CF-4E8E-A04E-152F441A1C39}"/>
    <dgm:cxn modelId="{52650AC9-E269-4BED-86BA-A0418A293108}" type="presOf" srcId="{7256C532-0B30-43D0-9B6D-76BC06862400}" destId="{7BF8D267-A006-411F-BF9E-716B6CD70A9A}" srcOrd="0" destOrd="0" presId="urn:microsoft.com/office/officeart/2005/8/layout/vList2"/>
    <dgm:cxn modelId="{A1B040CF-1154-49DB-9473-0D99CF5EB9F2}" srcId="{02E9BCA8-A4EB-4A0F-AD8F-D50F27D99861}" destId="{EB967985-D18E-4CC3-9F3F-1672EF05D425}" srcOrd="1" destOrd="0" parTransId="{20BCA301-F2A1-400E-9356-E3FBDAF4F205}" sibTransId="{D221C2B1-2D48-4FE4-A315-318C90735541}"/>
    <dgm:cxn modelId="{74521BF7-5E81-4602-953B-8FC72D9A152B}" type="presOf" srcId="{1922DBD0-C060-445D-A1DD-0FFFC6CC2C6D}" destId="{CAA7990F-F8BA-490B-A8EF-FE83CB01AA29}" srcOrd="0" destOrd="0" presId="urn:microsoft.com/office/officeart/2005/8/layout/vList2"/>
    <dgm:cxn modelId="{40903408-22E7-4499-A1EE-AEF7B4F5BD27}" type="presParOf" srcId="{0C29FC30-3CE5-4DEE-BEF4-3C63FB2204FA}" destId="{CAA7990F-F8BA-490B-A8EF-FE83CB01AA29}" srcOrd="0" destOrd="0" presId="urn:microsoft.com/office/officeart/2005/8/layout/vList2"/>
    <dgm:cxn modelId="{9803EA56-4A33-4215-BCC1-A4ED7F2C9729}" type="presParOf" srcId="{0C29FC30-3CE5-4DEE-BEF4-3C63FB2204FA}" destId="{5325D033-897E-469E-95F7-2D27EF877496}" srcOrd="1" destOrd="0" presId="urn:microsoft.com/office/officeart/2005/8/layout/vList2"/>
    <dgm:cxn modelId="{80444CA9-F6DE-4D86-A9D2-6EABC53EC79F}" type="presParOf" srcId="{0C29FC30-3CE5-4DEE-BEF4-3C63FB2204FA}" destId="{0CF63ABB-96DF-4B59-AFB6-98D442E17B5E}" srcOrd="2" destOrd="0" presId="urn:microsoft.com/office/officeart/2005/8/layout/vList2"/>
    <dgm:cxn modelId="{34035641-81A6-4498-BCD4-5E82E5BD7D23}" type="presParOf" srcId="{0C29FC30-3CE5-4DEE-BEF4-3C63FB2204FA}" destId="{A80E7A6F-9CC0-44D8-8082-B2505ABF52CE}" srcOrd="3" destOrd="0" presId="urn:microsoft.com/office/officeart/2005/8/layout/vList2"/>
    <dgm:cxn modelId="{3E790765-C9A3-4D64-B038-4C2C2C63742F}" type="presParOf" srcId="{0C29FC30-3CE5-4DEE-BEF4-3C63FB2204FA}" destId="{7BF8D267-A006-411F-BF9E-716B6CD70A9A}" srcOrd="4" destOrd="0" presId="urn:microsoft.com/office/officeart/2005/8/layout/vList2"/>
    <dgm:cxn modelId="{4CB5A6E0-7EB0-4FE1-B415-F3EC5EFE9158}" type="presParOf" srcId="{0C29FC30-3CE5-4DEE-BEF4-3C63FB2204FA}" destId="{2FE2F287-2FBC-4A41-B5C1-1047C3D96D73}" srcOrd="5" destOrd="0" presId="urn:microsoft.com/office/officeart/2005/8/layout/vList2"/>
    <dgm:cxn modelId="{233ECD88-7807-4221-BFDD-9FEF1D4DCD2B}" type="presParOf" srcId="{0C29FC30-3CE5-4DEE-BEF4-3C63FB2204FA}" destId="{1EC2801B-4FF5-404A-9710-0A323EB964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11EBA3-D122-47F7-8A09-AC9E0C22AD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0DEF21-800A-4A92-8792-CFBACE426519}">
      <dgm:prSet/>
      <dgm:spPr/>
      <dgm:t>
        <a:bodyPr/>
        <a:lstStyle/>
        <a:p>
          <a:r>
            <a:rPr lang="en-US" dirty="0" err="1"/>
            <a:t>Tiempos</a:t>
          </a:r>
          <a:r>
            <a:rPr lang="en-US" dirty="0"/>
            <a:t> </a:t>
          </a:r>
          <a:r>
            <a:rPr lang="en-US" dirty="0" err="1"/>
            <a:t>medidos</a:t>
          </a:r>
          <a:r>
            <a:rPr lang="en-US" dirty="0"/>
            <a:t> </a:t>
          </a:r>
          <a:r>
            <a:rPr lang="en-US" dirty="0" err="1"/>
            <a:t>dentro</a:t>
          </a:r>
          <a:r>
            <a:rPr lang="en-US" dirty="0"/>
            <a:t> de </a:t>
          </a:r>
          <a:r>
            <a:rPr lang="en-US" dirty="0" err="1"/>
            <a:t>CalcPi</a:t>
          </a:r>
          <a:endParaRPr lang="en-US" dirty="0"/>
        </a:p>
      </dgm:t>
    </dgm:pt>
    <dgm:pt modelId="{E8B5E38B-0217-4564-8FD9-70703F8E9FC2}" type="parTrans" cxnId="{7DED4ACA-8782-4060-B637-4A4ACD59198E}">
      <dgm:prSet/>
      <dgm:spPr/>
      <dgm:t>
        <a:bodyPr/>
        <a:lstStyle/>
        <a:p>
          <a:endParaRPr lang="en-US"/>
        </a:p>
      </dgm:t>
    </dgm:pt>
    <dgm:pt modelId="{1362A8F4-D7D3-4472-9E05-87AD843AA448}" type="sibTrans" cxnId="{7DED4ACA-8782-4060-B637-4A4ACD59198E}">
      <dgm:prSet/>
      <dgm:spPr/>
      <dgm:t>
        <a:bodyPr/>
        <a:lstStyle/>
        <a:p>
          <a:endParaRPr lang="en-US"/>
        </a:p>
      </dgm:t>
    </dgm:pt>
    <dgm:pt modelId="{3442AF26-1468-464D-8FF0-0C66EDF11B8E}">
      <dgm:prSet/>
      <dgm:spPr/>
      <dgm:t>
        <a:bodyPr/>
        <a:lstStyle/>
        <a:p>
          <a:r>
            <a:rPr lang="en-US" dirty="0"/>
            <a:t>Speedup = Ts / </a:t>
          </a:r>
          <a:r>
            <a:rPr lang="en-US" dirty="0" err="1"/>
            <a:t>Tp</a:t>
          </a:r>
          <a:endParaRPr lang="en-US" dirty="0"/>
        </a:p>
      </dgm:t>
    </dgm:pt>
    <dgm:pt modelId="{441E2FCC-3C9D-4432-8FC2-630479097225}" type="parTrans" cxnId="{08203E98-DC4E-49DE-BDEF-E9B8354F01F4}">
      <dgm:prSet/>
      <dgm:spPr/>
      <dgm:t>
        <a:bodyPr/>
        <a:lstStyle/>
        <a:p>
          <a:endParaRPr lang="en-US"/>
        </a:p>
      </dgm:t>
    </dgm:pt>
    <dgm:pt modelId="{F7B97168-7008-40E8-BCE1-4EF21E8153C0}" type="sibTrans" cxnId="{08203E98-DC4E-49DE-BDEF-E9B8354F01F4}">
      <dgm:prSet/>
      <dgm:spPr/>
      <dgm:t>
        <a:bodyPr/>
        <a:lstStyle/>
        <a:p>
          <a:endParaRPr lang="en-US"/>
        </a:p>
      </dgm:t>
    </dgm:pt>
    <dgm:pt modelId="{019A3B0D-1A68-4D06-9385-55FE3D7A4969}">
      <dgm:prSet/>
      <dgm:spPr/>
      <dgm:t>
        <a:bodyPr/>
        <a:lstStyle/>
        <a:p>
          <a:r>
            <a:rPr lang="en-US" dirty="0" err="1"/>
            <a:t>Eficiencia</a:t>
          </a:r>
          <a:r>
            <a:rPr lang="en-US" dirty="0"/>
            <a:t> = Speedup / N</a:t>
          </a:r>
        </a:p>
      </dgm:t>
    </dgm:pt>
    <dgm:pt modelId="{620A7510-A26C-49BE-8A97-69FF9006B2FE}" type="parTrans" cxnId="{98195840-D017-4EEC-9173-CBDE4C23B918}">
      <dgm:prSet/>
      <dgm:spPr/>
      <dgm:t>
        <a:bodyPr/>
        <a:lstStyle/>
        <a:p>
          <a:endParaRPr lang="en-US"/>
        </a:p>
      </dgm:t>
    </dgm:pt>
    <dgm:pt modelId="{4C1E9599-49F5-4025-8186-5108DFDFBB27}" type="sibTrans" cxnId="{98195840-D017-4EEC-9173-CBDE4C23B918}">
      <dgm:prSet/>
      <dgm:spPr/>
      <dgm:t>
        <a:bodyPr/>
        <a:lstStyle/>
        <a:p>
          <a:endParaRPr lang="en-US"/>
        </a:p>
      </dgm:t>
    </dgm:pt>
    <dgm:pt modelId="{05F7A9A7-BC37-405F-8F4F-7E7C081FD8A6}">
      <dgm:prSet/>
      <dgm:spPr/>
      <dgm:t>
        <a:bodyPr/>
        <a:lstStyle/>
        <a:p>
          <a:r>
            <a:rPr lang="en-US" dirty="0" err="1"/>
            <a:t>Comparación</a:t>
          </a:r>
          <a:r>
            <a:rPr lang="en-US" dirty="0"/>
            <a:t> con </a:t>
          </a:r>
          <a:r>
            <a:rPr lang="en-US" dirty="0" err="1"/>
            <a:t>núcleos</a:t>
          </a:r>
          <a:r>
            <a:rPr lang="en-US" dirty="0"/>
            <a:t> </a:t>
          </a:r>
          <a:r>
            <a:rPr lang="en-US" dirty="0" err="1"/>
            <a:t>físicos</a:t>
          </a:r>
          <a:endParaRPr lang="en-US" dirty="0"/>
        </a:p>
      </dgm:t>
    </dgm:pt>
    <dgm:pt modelId="{E3661351-0C22-46A8-B271-4D54D1938875}" type="parTrans" cxnId="{F177ED0E-A99C-4859-9420-8600AE5AD9F4}">
      <dgm:prSet/>
      <dgm:spPr/>
      <dgm:t>
        <a:bodyPr/>
        <a:lstStyle/>
        <a:p>
          <a:endParaRPr lang="en-US"/>
        </a:p>
      </dgm:t>
    </dgm:pt>
    <dgm:pt modelId="{F653E0F7-BAA2-4515-BA24-E5A42D395C33}" type="sibTrans" cxnId="{F177ED0E-A99C-4859-9420-8600AE5AD9F4}">
      <dgm:prSet/>
      <dgm:spPr/>
      <dgm:t>
        <a:bodyPr/>
        <a:lstStyle/>
        <a:p>
          <a:endParaRPr lang="en-US"/>
        </a:p>
      </dgm:t>
    </dgm:pt>
    <dgm:pt modelId="{6D10D14B-8B55-4A47-99BF-88700ED43422}" type="pres">
      <dgm:prSet presAssocID="{5711EBA3-D122-47F7-8A09-AC9E0C22AD46}" presName="linear" presStyleCnt="0">
        <dgm:presLayoutVars>
          <dgm:animLvl val="lvl"/>
          <dgm:resizeHandles val="exact"/>
        </dgm:presLayoutVars>
      </dgm:prSet>
      <dgm:spPr/>
    </dgm:pt>
    <dgm:pt modelId="{B6AFA95B-D409-439D-BE03-1A75AE8112E7}" type="pres">
      <dgm:prSet presAssocID="{660DEF21-800A-4A92-8792-CFBACE4265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EBD492-9398-4921-8E2B-34B421F35CD3}" type="pres">
      <dgm:prSet presAssocID="{1362A8F4-D7D3-4472-9E05-87AD843AA448}" presName="spacer" presStyleCnt="0"/>
      <dgm:spPr/>
    </dgm:pt>
    <dgm:pt modelId="{39AD00ED-A853-4646-B319-611DA7EB8912}" type="pres">
      <dgm:prSet presAssocID="{3442AF26-1468-464D-8FF0-0C66EDF11B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983C6B-4B68-4A30-8AFD-8C4BCF929407}" type="pres">
      <dgm:prSet presAssocID="{F7B97168-7008-40E8-BCE1-4EF21E8153C0}" presName="spacer" presStyleCnt="0"/>
      <dgm:spPr/>
    </dgm:pt>
    <dgm:pt modelId="{CFB0AAEA-7656-4518-9344-C86F2574C687}" type="pres">
      <dgm:prSet presAssocID="{019A3B0D-1A68-4D06-9385-55FE3D7A49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46DEE3-3696-45E9-8045-3E4F471F0C11}" type="pres">
      <dgm:prSet presAssocID="{4C1E9599-49F5-4025-8186-5108DFDFBB27}" presName="spacer" presStyleCnt="0"/>
      <dgm:spPr/>
    </dgm:pt>
    <dgm:pt modelId="{DD04AEDE-FF8E-4D89-AD7F-ED8F53C48B73}" type="pres">
      <dgm:prSet presAssocID="{05F7A9A7-BC37-405F-8F4F-7E7C081FD8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5F560E-FCBE-43CF-82CA-3D95554152E9}" type="presOf" srcId="{5711EBA3-D122-47F7-8A09-AC9E0C22AD46}" destId="{6D10D14B-8B55-4A47-99BF-88700ED43422}" srcOrd="0" destOrd="0" presId="urn:microsoft.com/office/officeart/2005/8/layout/vList2"/>
    <dgm:cxn modelId="{F177ED0E-A99C-4859-9420-8600AE5AD9F4}" srcId="{5711EBA3-D122-47F7-8A09-AC9E0C22AD46}" destId="{05F7A9A7-BC37-405F-8F4F-7E7C081FD8A6}" srcOrd="3" destOrd="0" parTransId="{E3661351-0C22-46A8-B271-4D54D1938875}" sibTransId="{F653E0F7-BAA2-4515-BA24-E5A42D395C33}"/>
    <dgm:cxn modelId="{DB55A930-550F-40BA-B3D0-F7E51342DA8E}" type="presOf" srcId="{05F7A9A7-BC37-405F-8F4F-7E7C081FD8A6}" destId="{DD04AEDE-FF8E-4D89-AD7F-ED8F53C48B73}" srcOrd="0" destOrd="0" presId="urn:microsoft.com/office/officeart/2005/8/layout/vList2"/>
    <dgm:cxn modelId="{98195840-D017-4EEC-9173-CBDE4C23B918}" srcId="{5711EBA3-D122-47F7-8A09-AC9E0C22AD46}" destId="{019A3B0D-1A68-4D06-9385-55FE3D7A4969}" srcOrd="2" destOrd="0" parTransId="{620A7510-A26C-49BE-8A97-69FF9006B2FE}" sibTransId="{4C1E9599-49F5-4025-8186-5108DFDFBB27}"/>
    <dgm:cxn modelId="{9ACA0E4E-B3B0-418E-8045-19BCD79ECB91}" type="presOf" srcId="{3442AF26-1468-464D-8FF0-0C66EDF11B8E}" destId="{39AD00ED-A853-4646-B319-611DA7EB8912}" srcOrd="0" destOrd="0" presId="urn:microsoft.com/office/officeart/2005/8/layout/vList2"/>
    <dgm:cxn modelId="{08203E98-DC4E-49DE-BDEF-E9B8354F01F4}" srcId="{5711EBA3-D122-47F7-8A09-AC9E0C22AD46}" destId="{3442AF26-1468-464D-8FF0-0C66EDF11B8E}" srcOrd="1" destOrd="0" parTransId="{441E2FCC-3C9D-4432-8FC2-630479097225}" sibTransId="{F7B97168-7008-40E8-BCE1-4EF21E8153C0}"/>
    <dgm:cxn modelId="{D9516FB5-ED31-493D-AACB-0617478BA043}" type="presOf" srcId="{660DEF21-800A-4A92-8792-CFBACE426519}" destId="{B6AFA95B-D409-439D-BE03-1A75AE8112E7}" srcOrd="0" destOrd="0" presId="urn:microsoft.com/office/officeart/2005/8/layout/vList2"/>
    <dgm:cxn modelId="{7DED4ACA-8782-4060-B637-4A4ACD59198E}" srcId="{5711EBA3-D122-47F7-8A09-AC9E0C22AD46}" destId="{660DEF21-800A-4A92-8792-CFBACE426519}" srcOrd="0" destOrd="0" parTransId="{E8B5E38B-0217-4564-8FD9-70703F8E9FC2}" sibTransId="{1362A8F4-D7D3-4472-9E05-87AD843AA448}"/>
    <dgm:cxn modelId="{4E41A7E1-0581-444B-97D7-467084E53F40}" type="presOf" srcId="{019A3B0D-1A68-4D06-9385-55FE3D7A4969}" destId="{CFB0AAEA-7656-4518-9344-C86F2574C687}" srcOrd="0" destOrd="0" presId="urn:microsoft.com/office/officeart/2005/8/layout/vList2"/>
    <dgm:cxn modelId="{BA8221AD-5324-415A-B58C-AA4D3D3A6A2F}" type="presParOf" srcId="{6D10D14B-8B55-4A47-99BF-88700ED43422}" destId="{B6AFA95B-D409-439D-BE03-1A75AE8112E7}" srcOrd="0" destOrd="0" presId="urn:microsoft.com/office/officeart/2005/8/layout/vList2"/>
    <dgm:cxn modelId="{AE81F8F6-45C5-457F-8181-32E8E0293CBC}" type="presParOf" srcId="{6D10D14B-8B55-4A47-99BF-88700ED43422}" destId="{6FEBD492-9398-4921-8E2B-34B421F35CD3}" srcOrd="1" destOrd="0" presId="urn:microsoft.com/office/officeart/2005/8/layout/vList2"/>
    <dgm:cxn modelId="{326FEAD1-AF84-40EB-9DBB-35B66CBE55EE}" type="presParOf" srcId="{6D10D14B-8B55-4A47-99BF-88700ED43422}" destId="{39AD00ED-A853-4646-B319-611DA7EB8912}" srcOrd="2" destOrd="0" presId="urn:microsoft.com/office/officeart/2005/8/layout/vList2"/>
    <dgm:cxn modelId="{242A33A2-011B-4351-BCB5-9D647CB5839F}" type="presParOf" srcId="{6D10D14B-8B55-4A47-99BF-88700ED43422}" destId="{4A983C6B-4B68-4A30-8AFD-8C4BCF929407}" srcOrd="3" destOrd="0" presId="urn:microsoft.com/office/officeart/2005/8/layout/vList2"/>
    <dgm:cxn modelId="{62F60417-62DC-49C2-BDAC-252A9470F903}" type="presParOf" srcId="{6D10D14B-8B55-4A47-99BF-88700ED43422}" destId="{CFB0AAEA-7656-4518-9344-C86F2574C687}" srcOrd="4" destOrd="0" presId="urn:microsoft.com/office/officeart/2005/8/layout/vList2"/>
    <dgm:cxn modelId="{607B2D4E-C39C-4997-960C-78386C996641}" type="presParOf" srcId="{6D10D14B-8B55-4A47-99BF-88700ED43422}" destId="{9146DEE3-3696-45E9-8045-3E4F471F0C11}" srcOrd="5" destOrd="0" presId="urn:microsoft.com/office/officeart/2005/8/layout/vList2"/>
    <dgm:cxn modelId="{5D449FA3-5946-49B4-BF9D-02CF25EBCA52}" type="presParOf" srcId="{6D10D14B-8B55-4A47-99BF-88700ED43422}" destId="{DD04AEDE-FF8E-4D89-AD7F-ED8F53C48B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617E95-3570-49E9-A37F-91FAC98D121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4CF0A1-F140-4AFD-AFF6-E8E8B47B323E}">
      <dgm:prSet/>
      <dgm:spPr/>
      <dgm:t>
        <a:bodyPr/>
        <a:lstStyle/>
        <a:p>
          <a:r>
            <a:rPr lang="en-US" dirty="0" err="1"/>
            <a:t>Pthreads</a:t>
          </a:r>
          <a:r>
            <a:rPr lang="en-US" dirty="0"/>
            <a:t> </a:t>
          </a:r>
          <a:r>
            <a:rPr lang="en-US" dirty="0" err="1"/>
            <a:t>mejora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rendimiento</a:t>
          </a:r>
          <a:endParaRPr lang="en-US" dirty="0"/>
        </a:p>
      </dgm:t>
    </dgm:pt>
    <dgm:pt modelId="{9F6B3A93-96B5-4CFA-8857-5525C20941A1}" type="parTrans" cxnId="{1C4589B3-EB55-4571-8117-D56AB474E32F}">
      <dgm:prSet/>
      <dgm:spPr/>
      <dgm:t>
        <a:bodyPr/>
        <a:lstStyle/>
        <a:p>
          <a:endParaRPr lang="en-US"/>
        </a:p>
      </dgm:t>
    </dgm:pt>
    <dgm:pt modelId="{DFDE0C43-0008-4F3D-A93E-B4CF07E44D58}" type="sibTrans" cxnId="{1C4589B3-EB55-4571-8117-D56AB474E32F}">
      <dgm:prSet/>
      <dgm:spPr/>
      <dgm:t>
        <a:bodyPr/>
        <a:lstStyle/>
        <a:p>
          <a:endParaRPr lang="en-US"/>
        </a:p>
      </dgm:t>
    </dgm:pt>
    <dgm:pt modelId="{B4613A72-A409-4775-8B4D-AE49722CE8BE}">
      <dgm:prSet/>
      <dgm:spPr/>
      <dgm:t>
        <a:bodyPr/>
        <a:lstStyle/>
        <a:p>
          <a:r>
            <a:rPr lang="en-US" dirty="0"/>
            <a:t>Speedup real </a:t>
          </a:r>
          <a:r>
            <a:rPr lang="en-US" dirty="0" err="1"/>
            <a:t>limitado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overhead</a:t>
          </a:r>
        </a:p>
      </dgm:t>
    </dgm:pt>
    <dgm:pt modelId="{96EF1DE7-E258-4D11-A4A0-E9BC7D8696A8}" type="parTrans" cxnId="{D902680C-D55A-4B55-93CC-C5F6918833A9}">
      <dgm:prSet/>
      <dgm:spPr/>
      <dgm:t>
        <a:bodyPr/>
        <a:lstStyle/>
        <a:p>
          <a:endParaRPr lang="en-US"/>
        </a:p>
      </dgm:t>
    </dgm:pt>
    <dgm:pt modelId="{66E2E678-1712-4453-B1A0-3B2A9EA38A24}" type="sibTrans" cxnId="{D902680C-D55A-4B55-93CC-C5F6918833A9}">
      <dgm:prSet/>
      <dgm:spPr/>
      <dgm:t>
        <a:bodyPr/>
        <a:lstStyle/>
        <a:p>
          <a:endParaRPr lang="en-US"/>
        </a:p>
      </dgm:t>
    </dgm:pt>
    <dgm:pt modelId="{5FE1AF9D-7506-4298-B0E0-10F6CD550FCC}">
      <dgm:prSet/>
      <dgm:spPr/>
      <dgm:t>
        <a:bodyPr/>
        <a:lstStyle/>
        <a:p>
          <a:r>
            <a:rPr lang="en-US" dirty="0"/>
            <a:t>Fibonacci </a:t>
          </a:r>
          <a:r>
            <a:rPr lang="en-US" dirty="0" err="1"/>
            <a:t>demuestra</a:t>
          </a:r>
          <a:r>
            <a:rPr lang="en-US" dirty="0"/>
            <a:t> paso de </a:t>
          </a:r>
          <a:r>
            <a:rPr lang="en-US" dirty="0" err="1"/>
            <a:t>datos</a:t>
          </a:r>
          <a:r>
            <a:rPr lang="en-US" dirty="0"/>
            <a:t> entre </a:t>
          </a:r>
          <a:r>
            <a:rPr lang="en-US" dirty="0" err="1"/>
            <a:t>hilos</a:t>
          </a:r>
          <a:endParaRPr lang="en-US" dirty="0"/>
        </a:p>
      </dgm:t>
    </dgm:pt>
    <dgm:pt modelId="{28601119-328F-4AF5-A255-8C33F12C122B}" type="parTrans" cxnId="{1E637579-55C0-404F-84AF-E70DBA0D6CDD}">
      <dgm:prSet/>
      <dgm:spPr/>
      <dgm:t>
        <a:bodyPr/>
        <a:lstStyle/>
        <a:p>
          <a:endParaRPr lang="en-US"/>
        </a:p>
      </dgm:t>
    </dgm:pt>
    <dgm:pt modelId="{8F3CCE55-980E-4E15-951B-735E896EE1E6}" type="sibTrans" cxnId="{1E637579-55C0-404F-84AF-E70DBA0D6CDD}">
      <dgm:prSet/>
      <dgm:spPr/>
      <dgm:t>
        <a:bodyPr/>
        <a:lstStyle/>
        <a:p>
          <a:endParaRPr lang="en-US"/>
        </a:p>
      </dgm:t>
    </dgm:pt>
    <dgm:pt modelId="{E1A2B876-A688-4B92-90E4-47D810AA6BF0}">
      <dgm:prSet/>
      <dgm:spPr/>
      <dgm:t>
        <a:bodyPr/>
        <a:lstStyle/>
        <a:p>
          <a:r>
            <a:rPr lang="en-US"/>
            <a:t>El </a:t>
          </a:r>
          <a:r>
            <a:rPr lang="en-US" dirty="0" err="1"/>
            <a:t>laboratorio</a:t>
          </a:r>
          <a:r>
            <a:rPr lang="en-US" dirty="0"/>
            <a:t> integra </a:t>
          </a:r>
          <a:r>
            <a:rPr lang="en-US" dirty="0" err="1"/>
            <a:t>teoría</a:t>
          </a:r>
          <a:r>
            <a:rPr lang="en-US" dirty="0"/>
            <a:t> + </a:t>
          </a:r>
          <a:r>
            <a:rPr lang="en-US" dirty="0" err="1"/>
            <a:t>práctica</a:t>
          </a:r>
          <a:endParaRPr lang="en-US" dirty="0"/>
        </a:p>
      </dgm:t>
    </dgm:pt>
    <dgm:pt modelId="{EE60481C-80E2-44CE-BD7F-BF28D399E3CF}" type="parTrans" cxnId="{99921F46-F49C-4E2A-B107-4548DDFBFD8F}">
      <dgm:prSet/>
      <dgm:spPr/>
      <dgm:t>
        <a:bodyPr/>
        <a:lstStyle/>
        <a:p>
          <a:endParaRPr lang="en-US"/>
        </a:p>
      </dgm:t>
    </dgm:pt>
    <dgm:pt modelId="{0E23F731-2185-4E3C-A03B-A67C857E840D}" type="sibTrans" cxnId="{99921F46-F49C-4E2A-B107-4548DDFBFD8F}">
      <dgm:prSet/>
      <dgm:spPr/>
      <dgm:t>
        <a:bodyPr/>
        <a:lstStyle/>
        <a:p>
          <a:endParaRPr lang="en-US"/>
        </a:p>
      </dgm:t>
    </dgm:pt>
    <dgm:pt modelId="{43DB395B-0A88-4294-B7F2-29CF1ED7AD7E}" type="pres">
      <dgm:prSet presAssocID="{36617E95-3570-49E9-A37F-91FAC98D1210}" presName="linear" presStyleCnt="0">
        <dgm:presLayoutVars>
          <dgm:animLvl val="lvl"/>
          <dgm:resizeHandles val="exact"/>
        </dgm:presLayoutVars>
      </dgm:prSet>
      <dgm:spPr/>
    </dgm:pt>
    <dgm:pt modelId="{AB5E5811-51B2-4A16-BEE9-584B2756E48B}" type="pres">
      <dgm:prSet presAssocID="{224CF0A1-F140-4AFD-AFF6-E8E8B47B32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A9B13C-1FE5-4066-BAF7-C1BE3BE87541}" type="pres">
      <dgm:prSet presAssocID="{DFDE0C43-0008-4F3D-A93E-B4CF07E44D58}" presName="spacer" presStyleCnt="0"/>
      <dgm:spPr/>
    </dgm:pt>
    <dgm:pt modelId="{292878EF-AC88-4A6D-8C29-50365004CFEE}" type="pres">
      <dgm:prSet presAssocID="{B4613A72-A409-4775-8B4D-AE49722CE8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AECADA-20AE-4388-AB99-951C582981CD}" type="pres">
      <dgm:prSet presAssocID="{66E2E678-1712-4453-B1A0-3B2A9EA38A24}" presName="spacer" presStyleCnt="0"/>
      <dgm:spPr/>
    </dgm:pt>
    <dgm:pt modelId="{B37C75EB-704C-4223-95B6-F4115C8802A1}" type="pres">
      <dgm:prSet presAssocID="{5FE1AF9D-7506-4298-B0E0-10F6CD550F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FC4F91-D759-4C0E-BAE5-92ED05A0CD0A}" type="pres">
      <dgm:prSet presAssocID="{8F3CCE55-980E-4E15-951B-735E896EE1E6}" presName="spacer" presStyleCnt="0"/>
      <dgm:spPr/>
    </dgm:pt>
    <dgm:pt modelId="{FED5635F-3384-4F7B-91C6-E7D037C0974B}" type="pres">
      <dgm:prSet presAssocID="{E1A2B876-A688-4B92-90E4-47D810AA6BF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902680C-D55A-4B55-93CC-C5F6918833A9}" srcId="{36617E95-3570-49E9-A37F-91FAC98D1210}" destId="{B4613A72-A409-4775-8B4D-AE49722CE8BE}" srcOrd="1" destOrd="0" parTransId="{96EF1DE7-E258-4D11-A4A0-E9BC7D8696A8}" sibTransId="{66E2E678-1712-4453-B1A0-3B2A9EA38A24}"/>
    <dgm:cxn modelId="{99921F46-F49C-4E2A-B107-4548DDFBFD8F}" srcId="{36617E95-3570-49E9-A37F-91FAC98D1210}" destId="{E1A2B876-A688-4B92-90E4-47D810AA6BF0}" srcOrd="3" destOrd="0" parTransId="{EE60481C-80E2-44CE-BD7F-BF28D399E3CF}" sibTransId="{0E23F731-2185-4E3C-A03B-A67C857E840D}"/>
    <dgm:cxn modelId="{F2497266-5384-47AB-A01A-E5224269FF9D}" type="presOf" srcId="{5FE1AF9D-7506-4298-B0E0-10F6CD550FCC}" destId="{B37C75EB-704C-4223-95B6-F4115C8802A1}" srcOrd="0" destOrd="0" presId="urn:microsoft.com/office/officeart/2005/8/layout/vList2"/>
    <dgm:cxn modelId="{0FA48569-5FDF-4F73-BB36-030882BC59A1}" type="presOf" srcId="{36617E95-3570-49E9-A37F-91FAC98D1210}" destId="{43DB395B-0A88-4294-B7F2-29CF1ED7AD7E}" srcOrd="0" destOrd="0" presId="urn:microsoft.com/office/officeart/2005/8/layout/vList2"/>
    <dgm:cxn modelId="{1C71BA6E-8035-41B6-A98A-568CD739A2FE}" type="presOf" srcId="{224CF0A1-F140-4AFD-AFF6-E8E8B47B323E}" destId="{AB5E5811-51B2-4A16-BEE9-584B2756E48B}" srcOrd="0" destOrd="0" presId="urn:microsoft.com/office/officeart/2005/8/layout/vList2"/>
    <dgm:cxn modelId="{69ACD450-A07D-40F0-BC59-C0465DD443A4}" type="presOf" srcId="{B4613A72-A409-4775-8B4D-AE49722CE8BE}" destId="{292878EF-AC88-4A6D-8C29-50365004CFEE}" srcOrd="0" destOrd="0" presId="urn:microsoft.com/office/officeart/2005/8/layout/vList2"/>
    <dgm:cxn modelId="{1E637579-55C0-404F-84AF-E70DBA0D6CDD}" srcId="{36617E95-3570-49E9-A37F-91FAC98D1210}" destId="{5FE1AF9D-7506-4298-B0E0-10F6CD550FCC}" srcOrd="2" destOrd="0" parTransId="{28601119-328F-4AF5-A255-8C33F12C122B}" sibTransId="{8F3CCE55-980E-4E15-951B-735E896EE1E6}"/>
    <dgm:cxn modelId="{E1E4327B-37F3-4BF6-9E4C-F867E7C4960A}" type="presOf" srcId="{E1A2B876-A688-4B92-90E4-47D810AA6BF0}" destId="{FED5635F-3384-4F7B-91C6-E7D037C0974B}" srcOrd="0" destOrd="0" presId="urn:microsoft.com/office/officeart/2005/8/layout/vList2"/>
    <dgm:cxn modelId="{1C4589B3-EB55-4571-8117-D56AB474E32F}" srcId="{36617E95-3570-49E9-A37F-91FAC98D1210}" destId="{224CF0A1-F140-4AFD-AFF6-E8E8B47B323E}" srcOrd="0" destOrd="0" parTransId="{9F6B3A93-96B5-4CFA-8857-5525C20941A1}" sibTransId="{DFDE0C43-0008-4F3D-A93E-B4CF07E44D58}"/>
    <dgm:cxn modelId="{4A00EDF7-7F7B-4DCD-A6E6-2E2A362160F5}" type="presParOf" srcId="{43DB395B-0A88-4294-B7F2-29CF1ED7AD7E}" destId="{AB5E5811-51B2-4A16-BEE9-584B2756E48B}" srcOrd="0" destOrd="0" presId="urn:microsoft.com/office/officeart/2005/8/layout/vList2"/>
    <dgm:cxn modelId="{9BE17760-D2AC-4AB2-A98C-2DC4B92146EF}" type="presParOf" srcId="{43DB395B-0A88-4294-B7F2-29CF1ED7AD7E}" destId="{94A9B13C-1FE5-4066-BAF7-C1BE3BE87541}" srcOrd="1" destOrd="0" presId="urn:microsoft.com/office/officeart/2005/8/layout/vList2"/>
    <dgm:cxn modelId="{CE7A5196-22B5-460F-A4B1-93CAA4B17F38}" type="presParOf" srcId="{43DB395B-0A88-4294-B7F2-29CF1ED7AD7E}" destId="{292878EF-AC88-4A6D-8C29-50365004CFEE}" srcOrd="2" destOrd="0" presId="urn:microsoft.com/office/officeart/2005/8/layout/vList2"/>
    <dgm:cxn modelId="{E0637830-F3A5-4222-A33C-4D253143897F}" type="presParOf" srcId="{43DB395B-0A88-4294-B7F2-29CF1ED7AD7E}" destId="{79AECADA-20AE-4388-AB99-951C582981CD}" srcOrd="3" destOrd="0" presId="urn:microsoft.com/office/officeart/2005/8/layout/vList2"/>
    <dgm:cxn modelId="{CA571EE9-E2B9-4634-919B-FB337C92F621}" type="presParOf" srcId="{43DB395B-0A88-4294-B7F2-29CF1ED7AD7E}" destId="{B37C75EB-704C-4223-95B6-F4115C8802A1}" srcOrd="4" destOrd="0" presId="urn:microsoft.com/office/officeart/2005/8/layout/vList2"/>
    <dgm:cxn modelId="{8EA0C3C9-AE28-4459-A532-8A14B17FEA5F}" type="presParOf" srcId="{43DB395B-0A88-4294-B7F2-29CF1ED7AD7E}" destId="{A7FC4F91-D759-4C0E-BAE5-92ED05A0CD0A}" srcOrd="5" destOrd="0" presId="urn:microsoft.com/office/officeart/2005/8/layout/vList2"/>
    <dgm:cxn modelId="{6B8FF742-A4EE-4F84-8125-43E2C5A6F54C}" type="presParOf" srcId="{43DB395B-0A88-4294-B7F2-29CF1ED7AD7E}" destId="{FED5635F-3384-4F7B-91C6-E7D037C097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15934-1B33-453F-BB88-F2B32353516A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3541B-BA32-4293-AA62-B9C9850CCD5A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FD240-ED5D-4434-9156-E3B5160CA31B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Paralelizar</a:t>
          </a:r>
          <a:r>
            <a:rPr lang="en-US" sz="2200" kern="1200" dirty="0"/>
            <a:t> </a:t>
          </a:r>
          <a:r>
            <a:rPr lang="en-US" sz="2200" kern="1200" dirty="0" err="1"/>
            <a:t>el</a:t>
          </a:r>
          <a:r>
            <a:rPr lang="en-US" sz="2200" kern="1200" dirty="0"/>
            <a:t> </a:t>
          </a:r>
          <a:r>
            <a:rPr lang="en-US" sz="2200" kern="1200" dirty="0" err="1"/>
            <a:t>cálculo</a:t>
          </a:r>
          <a:r>
            <a:rPr lang="en-US" sz="2200" kern="1200" dirty="0"/>
            <a:t> de π </a:t>
          </a:r>
          <a:r>
            <a:rPr lang="en-US" sz="2200" kern="1200" dirty="0" err="1"/>
            <a:t>usando</a:t>
          </a:r>
          <a:r>
            <a:rPr lang="en-US" sz="2200" kern="1200" dirty="0"/>
            <a:t> </a:t>
          </a:r>
          <a:r>
            <a:rPr lang="en-US" sz="2200" kern="1200" dirty="0" err="1"/>
            <a:t>pthreads</a:t>
          </a:r>
          <a:endParaRPr lang="en-US" sz="2200" kern="1200" dirty="0"/>
        </a:p>
      </dsp:txBody>
      <dsp:txXfrm>
        <a:off x="1428292" y="2439"/>
        <a:ext cx="3297908" cy="1236616"/>
      </dsp:txXfrm>
    </dsp:sp>
    <dsp:sp modelId="{5334939D-D6C1-49D7-9871-BD99C4F5CB1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2C73B-8E53-425C-9687-550D0ACFDCA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C65DF-0940-4CEB-86A4-BC58E251C79E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Implementar</a:t>
          </a:r>
          <a:r>
            <a:rPr lang="en-US" sz="2200" kern="1200" dirty="0"/>
            <a:t> un </a:t>
          </a:r>
          <a:r>
            <a:rPr lang="en-US" sz="2200" kern="1200" dirty="0" err="1"/>
            <a:t>generador</a:t>
          </a:r>
          <a:r>
            <a:rPr lang="en-US" sz="2200" kern="1200" dirty="0"/>
            <a:t> de Fibonacci con </a:t>
          </a:r>
          <a:r>
            <a:rPr lang="en-US" sz="2200" kern="1200" dirty="0" err="1"/>
            <a:t>hilos</a:t>
          </a:r>
          <a:endParaRPr lang="en-US" sz="2200" kern="1200" dirty="0"/>
        </a:p>
      </dsp:txBody>
      <dsp:txXfrm>
        <a:off x="1428292" y="1548210"/>
        <a:ext cx="3297908" cy="1236616"/>
      </dsp:txXfrm>
    </dsp:sp>
    <dsp:sp modelId="{C4DE33ED-B742-46E6-8D5E-15F5B0935D33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323A7-30FB-4054-B9BF-DEF3287172E1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117A7-96BA-48A7-88FA-181A0FBAABEB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Evaluar</a:t>
          </a:r>
          <a:r>
            <a:rPr lang="en-US" sz="2200" kern="1200" dirty="0"/>
            <a:t> Speedup y </a:t>
          </a:r>
          <a:r>
            <a:rPr lang="en-US" sz="2200" kern="1200" dirty="0" err="1"/>
            <a:t>eficiencia</a:t>
          </a:r>
          <a:endParaRPr lang="en-US" sz="2200" kern="1200" dirty="0"/>
        </a:p>
      </dsp:txBody>
      <dsp:txXfrm>
        <a:off x="1428292" y="3093981"/>
        <a:ext cx="3297908" cy="1236616"/>
      </dsp:txXfrm>
    </dsp:sp>
    <dsp:sp modelId="{ACAD8637-FB7C-44DE-8B0C-5F4F5DB2D3A9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42371-5D89-45A0-B7BF-EB1EBA8F5BC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4B97C-4EC3-48C8-A2CF-44768BB1FE70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Elaborar</a:t>
          </a:r>
          <a:r>
            <a:rPr lang="en-US" sz="2200" kern="1200" dirty="0"/>
            <a:t> </a:t>
          </a:r>
          <a:r>
            <a:rPr lang="en-US" sz="2200" kern="1200" dirty="0" err="1"/>
            <a:t>análisis</a:t>
          </a:r>
          <a:r>
            <a:rPr lang="en-US" sz="2200" kern="1200" dirty="0"/>
            <a:t> y video de </a:t>
          </a:r>
          <a:r>
            <a:rPr lang="en-US" sz="2200" kern="1200" dirty="0" err="1"/>
            <a:t>sustentación</a:t>
          </a:r>
          <a:endParaRPr lang="en-US" sz="2200" kern="1200" dirty="0"/>
        </a:p>
      </dsp:txBody>
      <dsp:txXfrm>
        <a:off x="1428292" y="4639752"/>
        <a:ext cx="32979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39399-D782-44CE-BD45-57D8080DFA9F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78F5B-8CA4-40F9-A15E-BB4D0CD5C93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152E5-3606-4571-AA69-FBE5303C5C4A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Integral: ∫0..1 4/(1+x²) dx</a:t>
          </a:r>
        </a:p>
      </dsp:txBody>
      <dsp:txXfrm>
        <a:off x="1428292" y="2439"/>
        <a:ext cx="3297908" cy="1236616"/>
      </dsp:txXfrm>
    </dsp:sp>
    <dsp:sp modelId="{7D007653-E034-40C5-A6EF-E76FF82001F7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74BD1-C861-4762-AFCF-684A199696C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6F3E5-8C46-447D-A178-1FF6480AA203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Paralelización</a:t>
          </a:r>
          <a:r>
            <a:rPr lang="en-US" sz="2200" kern="1200" dirty="0"/>
            <a:t> del </a:t>
          </a:r>
          <a:r>
            <a:rPr lang="en-US" sz="2200" kern="1200" dirty="0" err="1"/>
            <a:t>bucle</a:t>
          </a:r>
          <a:r>
            <a:rPr lang="en-US" sz="2200" kern="1200" dirty="0"/>
            <a:t> principal</a:t>
          </a:r>
        </a:p>
      </dsp:txBody>
      <dsp:txXfrm>
        <a:off x="1428292" y="1548210"/>
        <a:ext cx="3297908" cy="1236616"/>
      </dsp:txXfrm>
    </dsp:sp>
    <dsp:sp modelId="{957EF26A-5909-4200-9531-DBB7764EE962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CF06C-07C3-4E38-86F5-CDFD7B42F70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66186-7ACE-421C-91B6-8258B4F704F8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División del </a:t>
          </a:r>
          <a:r>
            <a:rPr lang="en-US" sz="2200" kern="1200" dirty="0" err="1"/>
            <a:t>rango</a:t>
          </a:r>
          <a:r>
            <a:rPr lang="en-US" sz="2200" kern="1200" dirty="0"/>
            <a:t> </a:t>
          </a:r>
          <a:r>
            <a:rPr lang="en-US" sz="2200" kern="1200" dirty="0" err="1"/>
            <a:t>en</a:t>
          </a:r>
          <a:r>
            <a:rPr lang="en-US" sz="2200" kern="1200" dirty="0"/>
            <a:t> T </a:t>
          </a:r>
          <a:r>
            <a:rPr lang="en-US" sz="2200" kern="1200" dirty="0" err="1"/>
            <a:t>hilos</a:t>
          </a:r>
          <a:endParaRPr lang="en-US" sz="2200" kern="1200" dirty="0"/>
        </a:p>
      </dsp:txBody>
      <dsp:txXfrm>
        <a:off x="1428292" y="3093981"/>
        <a:ext cx="3297908" cy="1236616"/>
      </dsp:txXfrm>
    </dsp:sp>
    <dsp:sp modelId="{D24ECB86-AB24-49B0-B4F4-6A9203B77D59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16FF9-EDB8-4E93-AF3B-B821C96ED42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BF4CD-484C-4948-944E-D0F67A1FD3D6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Recolección</a:t>
          </a:r>
          <a:r>
            <a:rPr lang="en-US" sz="2200" kern="1200" dirty="0"/>
            <a:t> de </a:t>
          </a:r>
          <a:r>
            <a:rPr lang="en-US" sz="2200" kern="1200" dirty="0" err="1"/>
            <a:t>sumas</a:t>
          </a:r>
          <a:r>
            <a:rPr lang="en-US" sz="2200" kern="1200" dirty="0"/>
            <a:t> </a:t>
          </a:r>
          <a:r>
            <a:rPr lang="en-US" sz="2200" kern="1200" dirty="0" err="1"/>
            <a:t>parciales</a:t>
          </a:r>
          <a:endParaRPr lang="en-US" sz="2200" kern="1200" dirty="0"/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7999E-D2CA-45B9-8A4E-CA6CBE661FB2}">
      <dsp:nvSpPr>
        <dsp:cNvPr id="0" name=""/>
        <dsp:cNvSpPr/>
      </dsp:nvSpPr>
      <dsp:spPr>
        <a:xfrm>
          <a:off x="0" y="7443"/>
          <a:ext cx="4726201" cy="1390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main </a:t>
          </a:r>
          <a:r>
            <a:rPr lang="en-US" sz="3500" kern="1200" dirty="0" err="1"/>
            <a:t>crea</a:t>
          </a:r>
          <a:r>
            <a:rPr lang="en-US" sz="3500" kern="1200" dirty="0"/>
            <a:t> T </a:t>
          </a:r>
          <a:r>
            <a:rPr lang="en-US" sz="3500" kern="1200" dirty="0" err="1"/>
            <a:t>hilos</a:t>
          </a:r>
          <a:endParaRPr lang="en-US" sz="3500" kern="1200" dirty="0"/>
        </a:p>
      </dsp:txBody>
      <dsp:txXfrm>
        <a:off x="67873" y="75316"/>
        <a:ext cx="4590455" cy="1254634"/>
      </dsp:txXfrm>
    </dsp:sp>
    <dsp:sp modelId="{B19FB6B7-50FF-459D-BA05-DFF5AD031E1F}">
      <dsp:nvSpPr>
        <dsp:cNvPr id="0" name=""/>
        <dsp:cNvSpPr/>
      </dsp:nvSpPr>
      <dsp:spPr>
        <a:xfrm>
          <a:off x="0" y="1498624"/>
          <a:ext cx="4726201" cy="13903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Cada </a:t>
          </a:r>
          <a:r>
            <a:rPr lang="en-US" sz="3500" kern="1200" dirty="0" err="1"/>
            <a:t>hilo</a:t>
          </a:r>
          <a:r>
            <a:rPr lang="en-US" sz="3500" kern="1200" dirty="0"/>
            <a:t> </a:t>
          </a:r>
          <a:r>
            <a:rPr lang="en-US" sz="3500" kern="1200" dirty="0" err="1"/>
            <a:t>calcula</a:t>
          </a:r>
          <a:r>
            <a:rPr lang="en-US" sz="3500" kern="1200" dirty="0"/>
            <a:t> </a:t>
          </a:r>
          <a:r>
            <a:rPr lang="en-US" sz="3500" kern="1200" dirty="0" err="1"/>
            <a:t>su</a:t>
          </a:r>
          <a:r>
            <a:rPr lang="en-US" sz="3500" kern="1200" dirty="0"/>
            <a:t> sub-</a:t>
          </a:r>
          <a:r>
            <a:rPr lang="en-US" sz="3500" kern="1200" dirty="0" err="1"/>
            <a:t>rango</a:t>
          </a:r>
          <a:endParaRPr lang="en-US" sz="3500" kern="1200" dirty="0"/>
        </a:p>
      </dsp:txBody>
      <dsp:txXfrm>
        <a:off x="67873" y="1566497"/>
        <a:ext cx="4590455" cy="1254634"/>
      </dsp:txXfrm>
    </dsp:sp>
    <dsp:sp modelId="{4F0BBBE3-A148-4327-B658-4A32FAAFC53B}">
      <dsp:nvSpPr>
        <dsp:cNvPr id="0" name=""/>
        <dsp:cNvSpPr/>
      </dsp:nvSpPr>
      <dsp:spPr>
        <a:xfrm>
          <a:off x="0" y="2989804"/>
          <a:ext cx="4726201" cy="13903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pthread_join</a:t>
          </a:r>
          <a:r>
            <a:rPr lang="en-US" sz="3500" kern="1200" dirty="0"/>
            <a:t> </a:t>
          </a:r>
          <a:r>
            <a:rPr lang="en-US" sz="3500" kern="1200" dirty="0" err="1"/>
            <a:t>recoge</a:t>
          </a:r>
          <a:r>
            <a:rPr lang="en-US" sz="3500" kern="1200" dirty="0"/>
            <a:t> </a:t>
          </a:r>
          <a:r>
            <a:rPr lang="en-US" sz="3500" kern="1200" dirty="0" err="1"/>
            <a:t>resultados</a:t>
          </a:r>
          <a:endParaRPr lang="en-US" sz="3500" kern="1200" dirty="0"/>
        </a:p>
      </dsp:txBody>
      <dsp:txXfrm>
        <a:off x="67873" y="3057677"/>
        <a:ext cx="4590455" cy="1254634"/>
      </dsp:txXfrm>
    </dsp:sp>
    <dsp:sp modelId="{41D09971-BC0E-4171-B172-C84B35A1AD5B}">
      <dsp:nvSpPr>
        <dsp:cNvPr id="0" name=""/>
        <dsp:cNvSpPr/>
      </dsp:nvSpPr>
      <dsp:spPr>
        <a:xfrm>
          <a:off x="0" y="4480984"/>
          <a:ext cx="4726201" cy="13903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Evita mutex (sin </a:t>
          </a:r>
          <a:r>
            <a:rPr lang="en-US" sz="3500" kern="1200" dirty="0" err="1"/>
            <a:t>contención</a:t>
          </a:r>
          <a:r>
            <a:rPr lang="en-US" sz="3500" kern="1200" dirty="0"/>
            <a:t>)</a:t>
          </a:r>
        </a:p>
      </dsp:txBody>
      <dsp:txXfrm>
        <a:off x="67873" y="4548857"/>
        <a:ext cx="4590455" cy="12546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7990F-F8BA-490B-A8EF-FE83CB01AA29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main </a:t>
          </a:r>
          <a:r>
            <a:rPr lang="en-US" sz="3500" kern="1200" dirty="0" err="1"/>
            <a:t>reserva</a:t>
          </a:r>
          <a:r>
            <a:rPr lang="en-US" sz="3500" kern="1200" dirty="0"/>
            <a:t> </a:t>
          </a:r>
          <a:r>
            <a:rPr lang="en-US" sz="3500" kern="1200" dirty="0" err="1"/>
            <a:t>arreglo</a:t>
          </a:r>
          <a:r>
            <a:rPr lang="en-US" sz="3500" kern="1200" dirty="0"/>
            <a:t> </a:t>
          </a:r>
          <a:r>
            <a:rPr lang="en-US" sz="3500" kern="1200" dirty="0" err="1"/>
            <a:t>compartido</a:t>
          </a:r>
          <a:endParaRPr lang="en-US" sz="3500" kern="1200" dirty="0"/>
        </a:p>
      </dsp:txBody>
      <dsp:txXfrm>
        <a:off x="67966" y="71570"/>
        <a:ext cx="4590269" cy="1256367"/>
      </dsp:txXfrm>
    </dsp:sp>
    <dsp:sp modelId="{0CF63ABB-96DF-4B59-AFB6-98D442E17B5E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Crea 1 </a:t>
          </a:r>
          <a:r>
            <a:rPr lang="en-US" sz="3500" kern="1200" dirty="0" err="1"/>
            <a:t>hilo</a:t>
          </a:r>
          <a:r>
            <a:rPr lang="en-US" sz="3500" kern="1200" dirty="0"/>
            <a:t> </a:t>
          </a:r>
          <a:r>
            <a:rPr lang="en-US" sz="3500" kern="1200" dirty="0" err="1"/>
            <a:t>trabajador</a:t>
          </a:r>
          <a:endParaRPr lang="en-US" sz="3500" kern="1200" dirty="0"/>
        </a:p>
      </dsp:txBody>
      <dsp:txXfrm>
        <a:off x="67966" y="1564670"/>
        <a:ext cx="4590269" cy="1256367"/>
      </dsp:txXfrm>
    </dsp:sp>
    <dsp:sp modelId="{7BF8D267-A006-411F-BF9E-716B6CD70A9A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El </a:t>
          </a:r>
          <a:r>
            <a:rPr lang="en-US" sz="3500" kern="1200" dirty="0" err="1"/>
            <a:t>hilo</a:t>
          </a:r>
          <a:r>
            <a:rPr lang="en-US" sz="3500" kern="1200" dirty="0"/>
            <a:t> </a:t>
          </a:r>
          <a:r>
            <a:rPr lang="en-US" sz="3500" kern="1200" dirty="0" err="1"/>
            <a:t>calcula</a:t>
          </a:r>
          <a:r>
            <a:rPr lang="en-US" sz="3500" kern="1200" dirty="0"/>
            <a:t> </a:t>
          </a:r>
          <a:r>
            <a:rPr lang="en-US" sz="3500" kern="1200" dirty="0" err="1"/>
            <a:t>los</a:t>
          </a:r>
          <a:r>
            <a:rPr lang="en-US" sz="3500" kern="1200" dirty="0"/>
            <a:t> N </a:t>
          </a:r>
          <a:r>
            <a:rPr lang="en-US" sz="3500" kern="1200" dirty="0" err="1"/>
            <a:t>elementos</a:t>
          </a:r>
          <a:endParaRPr lang="en-US" sz="3500" kern="1200" dirty="0"/>
        </a:p>
      </dsp:txBody>
      <dsp:txXfrm>
        <a:off x="67966" y="3057770"/>
        <a:ext cx="4590269" cy="1256367"/>
      </dsp:txXfrm>
    </dsp:sp>
    <dsp:sp modelId="{1EC2801B-4FF5-404A-9710-0A323EB964A8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main </a:t>
          </a:r>
          <a:r>
            <a:rPr lang="en-US" sz="3500" kern="1200" dirty="0" err="1"/>
            <a:t>imprime</a:t>
          </a:r>
          <a:r>
            <a:rPr lang="en-US" sz="3500" kern="1200" dirty="0"/>
            <a:t> la </a:t>
          </a:r>
          <a:r>
            <a:rPr lang="en-US" sz="3500" kern="1200" dirty="0" err="1"/>
            <a:t>secuencia</a:t>
          </a:r>
          <a:r>
            <a:rPr lang="en-US" sz="3500" kern="1200" dirty="0"/>
            <a:t> </a:t>
          </a:r>
          <a:r>
            <a:rPr lang="en-US" sz="3500" kern="1200" dirty="0" err="1"/>
            <a:t>tras</a:t>
          </a:r>
          <a:r>
            <a:rPr lang="en-US" sz="3500" kern="1200" dirty="0"/>
            <a:t> join</a:t>
          </a:r>
        </a:p>
      </dsp:txBody>
      <dsp:txXfrm>
        <a:off x="67966" y="4550870"/>
        <a:ext cx="4590269" cy="12563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FA95B-D409-439D-BE03-1A75AE8112E7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Tiempos</a:t>
          </a:r>
          <a:r>
            <a:rPr lang="en-US" sz="3500" kern="1200" dirty="0"/>
            <a:t> </a:t>
          </a:r>
          <a:r>
            <a:rPr lang="en-US" sz="3500" kern="1200" dirty="0" err="1"/>
            <a:t>medidos</a:t>
          </a:r>
          <a:r>
            <a:rPr lang="en-US" sz="3500" kern="1200" dirty="0"/>
            <a:t> </a:t>
          </a:r>
          <a:r>
            <a:rPr lang="en-US" sz="3500" kern="1200" dirty="0" err="1"/>
            <a:t>dentro</a:t>
          </a:r>
          <a:r>
            <a:rPr lang="en-US" sz="3500" kern="1200" dirty="0"/>
            <a:t> de </a:t>
          </a:r>
          <a:r>
            <a:rPr lang="en-US" sz="3500" kern="1200" dirty="0" err="1"/>
            <a:t>CalcPi</a:t>
          </a:r>
          <a:endParaRPr lang="en-US" sz="3500" kern="1200" dirty="0"/>
        </a:p>
      </dsp:txBody>
      <dsp:txXfrm>
        <a:off x="67966" y="71570"/>
        <a:ext cx="4590269" cy="1256367"/>
      </dsp:txXfrm>
    </dsp:sp>
    <dsp:sp modelId="{39AD00ED-A853-4646-B319-611DA7EB8912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Speedup = Ts / </a:t>
          </a:r>
          <a:r>
            <a:rPr lang="en-US" sz="3500" kern="1200" dirty="0" err="1"/>
            <a:t>Tp</a:t>
          </a:r>
          <a:endParaRPr lang="en-US" sz="3500" kern="1200" dirty="0"/>
        </a:p>
      </dsp:txBody>
      <dsp:txXfrm>
        <a:off x="67966" y="1564670"/>
        <a:ext cx="4590269" cy="1256367"/>
      </dsp:txXfrm>
    </dsp:sp>
    <dsp:sp modelId="{CFB0AAEA-7656-4518-9344-C86F2574C687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Eficiencia</a:t>
          </a:r>
          <a:r>
            <a:rPr lang="en-US" sz="3500" kern="1200" dirty="0"/>
            <a:t> = Speedup / N</a:t>
          </a:r>
        </a:p>
      </dsp:txBody>
      <dsp:txXfrm>
        <a:off x="67966" y="3057770"/>
        <a:ext cx="4590269" cy="1256367"/>
      </dsp:txXfrm>
    </dsp:sp>
    <dsp:sp modelId="{DD04AEDE-FF8E-4D89-AD7F-ED8F53C48B73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Comparación</a:t>
          </a:r>
          <a:r>
            <a:rPr lang="en-US" sz="3500" kern="1200" dirty="0"/>
            <a:t> con </a:t>
          </a:r>
          <a:r>
            <a:rPr lang="en-US" sz="3500" kern="1200" dirty="0" err="1"/>
            <a:t>núcleos</a:t>
          </a:r>
          <a:r>
            <a:rPr lang="en-US" sz="3500" kern="1200" dirty="0"/>
            <a:t> </a:t>
          </a:r>
          <a:r>
            <a:rPr lang="en-US" sz="3500" kern="1200" dirty="0" err="1"/>
            <a:t>físicos</a:t>
          </a:r>
          <a:endParaRPr lang="en-US" sz="3500" kern="1200" dirty="0"/>
        </a:p>
      </dsp:txBody>
      <dsp:txXfrm>
        <a:off x="67966" y="4550870"/>
        <a:ext cx="4590269" cy="1256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E5811-51B2-4A16-BEE9-584B2756E48B}">
      <dsp:nvSpPr>
        <dsp:cNvPr id="0" name=""/>
        <dsp:cNvSpPr/>
      </dsp:nvSpPr>
      <dsp:spPr>
        <a:xfrm>
          <a:off x="0" y="171364"/>
          <a:ext cx="4726201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Pthreads</a:t>
          </a:r>
          <a:r>
            <a:rPr lang="en-US" sz="3300" kern="1200" dirty="0"/>
            <a:t> </a:t>
          </a:r>
          <a:r>
            <a:rPr lang="en-US" sz="3300" kern="1200" dirty="0" err="1"/>
            <a:t>mejora</a:t>
          </a:r>
          <a:r>
            <a:rPr lang="en-US" sz="3300" kern="1200" dirty="0"/>
            <a:t> </a:t>
          </a:r>
          <a:r>
            <a:rPr lang="en-US" sz="3300" kern="1200" dirty="0" err="1"/>
            <a:t>el</a:t>
          </a:r>
          <a:r>
            <a:rPr lang="en-US" sz="3300" kern="1200" dirty="0"/>
            <a:t> </a:t>
          </a:r>
          <a:r>
            <a:rPr lang="en-US" sz="3300" kern="1200" dirty="0" err="1"/>
            <a:t>rendimiento</a:t>
          </a:r>
          <a:endParaRPr lang="en-US" sz="3300" kern="1200" dirty="0"/>
        </a:p>
      </dsp:txBody>
      <dsp:txXfrm>
        <a:off x="64083" y="235447"/>
        <a:ext cx="4598035" cy="1184574"/>
      </dsp:txXfrm>
    </dsp:sp>
    <dsp:sp modelId="{292878EF-AC88-4A6D-8C29-50365004CFEE}">
      <dsp:nvSpPr>
        <dsp:cNvPr id="0" name=""/>
        <dsp:cNvSpPr/>
      </dsp:nvSpPr>
      <dsp:spPr>
        <a:xfrm>
          <a:off x="0" y="1579144"/>
          <a:ext cx="4726201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Speedup real </a:t>
          </a:r>
          <a:r>
            <a:rPr lang="en-US" sz="3300" kern="1200" dirty="0" err="1"/>
            <a:t>limitado</a:t>
          </a:r>
          <a:r>
            <a:rPr lang="en-US" sz="3300" kern="1200" dirty="0"/>
            <a:t> </a:t>
          </a:r>
          <a:r>
            <a:rPr lang="en-US" sz="3300" kern="1200" dirty="0" err="1"/>
            <a:t>por</a:t>
          </a:r>
          <a:r>
            <a:rPr lang="en-US" sz="3300" kern="1200" dirty="0"/>
            <a:t> overhead</a:t>
          </a:r>
        </a:p>
      </dsp:txBody>
      <dsp:txXfrm>
        <a:off x="64083" y="1643227"/>
        <a:ext cx="4598035" cy="1184574"/>
      </dsp:txXfrm>
    </dsp:sp>
    <dsp:sp modelId="{B37C75EB-704C-4223-95B6-F4115C8802A1}">
      <dsp:nvSpPr>
        <dsp:cNvPr id="0" name=""/>
        <dsp:cNvSpPr/>
      </dsp:nvSpPr>
      <dsp:spPr>
        <a:xfrm>
          <a:off x="0" y="2986924"/>
          <a:ext cx="4726201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Fibonacci </a:t>
          </a:r>
          <a:r>
            <a:rPr lang="en-US" sz="3300" kern="1200" dirty="0" err="1"/>
            <a:t>demuestra</a:t>
          </a:r>
          <a:r>
            <a:rPr lang="en-US" sz="3300" kern="1200" dirty="0"/>
            <a:t> paso de </a:t>
          </a:r>
          <a:r>
            <a:rPr lang="en-US" sz="3300" kern="1200" dirty="0" err="1"/>
            <a:t>datos</a:t>
          </a:r>
          <a:r>
            <a:rPr lang="en-US" sz="3300" kern="1200" dirty="0"/>
            <a:t> entre </a:t>
          </a:r>
          <a:r>
            <a:rPr lang="en-US" sz="3300" kern="1200" dirty="0" err="1"/>
            <a:t>hilos</a:t>
          </a:r>
          <a:endParaRPr lang="en-US" sz="3300" kern="1200" dirty="0"/>
        </a:p>
      </dsp:txBody>
      <dsp:txXfrm>
        <a:off x="64083" y="3051007"/>
        <a:ext cx="4598035" cy="1184574"/>
      </dsp:txXfrm>
    </dsp:sp>
    <dsp:sp modelId="{FED5635F-3384-4F7B-91C6-E7D037C0974B}">
      <dsp:nvSpPr>
        <dsp:cNvPr id="0" name=""/>
        <dsp:cNvSpPr/>
      </dsp:nvSpPr>
      <dsp:spPr>
        <a:xfrm>
          <a:off x="0" y="4394704"/>
          <a:ext cx="4726201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El </a:t>
          </a:r>
          <a:r>
            <a:rPr lang="en-US" sz="3300" kern="1200" dirty="0" err="1"/>
            <a:t>laboratorio</a:t>
          </a:r>
          <a:r>
            <a:rPr lang="en-US" sz="3300" kern="1200" dirty="0"/>
            <a:t> integra </a:t>
          </a:r>
          <a:r>
            <a:rPr lang="en-US" sz="3300" kern="1200" dirty="0" err="1"/>
            <a:t>teoría</a:t>
          </a:r>
          <a:r>
            <a:rPr lang="en-US" sz="3300" kern="1200" dirty="0"/>
            <a:t> + </a:t>
          </a:r>
          <a:r>
            <a:rPr lang="en-US" sz="3300" kern="1200" dirty="0" err="1"/>
            <a:t>práctica</a:t>
          </a:r>
          <a:endParaRPr lang="en-US" sz="3300" kern="1200" dirty="0"/>
        </a:p>
      </dsp:txBody>
      <dsp:txXfrm>
        <a:off x="64083" y="4458787"/>
        <a:ext cx="4598035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38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Bienvenidos a la presentación del Laboratorio 3 de Sistemas Operativos.</a:t>
            </a:r>
          </a:p>
          <a:p>
            <a:r>
              <a:t>En esta sección presento los objetivos, el contexto académico y el propósito general del laboratorio.</a:t>
            </a:r>
          </a:p>
          <a:p>
            <a:r>
              <a:t>El enfoque será la implementación de paralelismo mediante Pthreads en C,</a:t>
            </a:r>
          </a:p>
          <a:p>
            <a:r>
              <a:t>además de un análisis de rendimiento y una sección dedicada a la generación de la secuencia Fibonacci.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 diapositiva explico cómo funciona el cálculo numérico de π utilizando integración por el método del punto medio.</a:t>
            </a:r>
          </a:p>
          <a:p>
            <a:r>
              <a:t>Se destaca la fórmula ∫ 0→1 de 4/(1+x²) dx = π y su importancia en el laboratorio.</a:t>
            </a:r>
          </a:p>
          <a:p>
            <a:r>
              <a:t>También explico que la versión serial sirve como referencia base para medir el speedup.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explico cómo se paraleliza el cálculo de π.</a:t>
            </a:r>
          </a:p>
          <a:p>
            <a:r>
              <a:t>Describo la división del rango total, la asignación a hilos, el cálculo independiente sin mutex, y la agregación final de resultados.</a:t>
            </a:r>
          </a:p>
          <a:p>
            <a:r>
              <a:t>Resalto el diseño 'data-parallel' clásico en Pthreads.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 diapositiva muestro resultados y tiempos: el tiempo serial Ts frente al tiempo paralelo Tp(N).</a:t>
            </a:r>
          </a:p>
          <a:p>
            <a:r>
              <a:t>Discuto cómo se calcula speedup = Ts/Tp(N) y eficiencia = speedup/N.</a:t>
            </a:r>
          </a:p>
          <a:p>
            <a:r>
              <a:t>Aclaro el comportamiento esperado: rapidez creciente hasta un límite impuesto por hardware, memoria y overhead.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 parte explico el código del generador Fibonacci con Pthreads.</a:t>
            </a:r>
          </a:p>
          <a:p>
            <a:r>
              <a:t>Aquí comento cómo el hilo main asigna memoria, crea el hilo trabajador, y cómo dicho hilo llena el arreglo con los valores de Fibonacci.</a:t>
            </a:r>
          </a:p>
          <a:p>
            <a:r>
              <a:t>Hablo también del uso de pthread_join como mecanismo de sincronización.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explico cómo ejecutar los programas:</a:t>
            </a:r>
          </a:p>
          <a:p>
            <a:r>
              <a:t>• Compilación: gcc -o pi_s pi.c -lm</a:t>
            </a:r>
          </a:p>
          <a:p>
            <a:r>
              <a:t>• gcc -o pi_p pi_p.c -lpthread -lm</a:t>
            </a:r>
          </a:p>
          <a:p>
            <a:r>
              <a:t>• gcc -o fibonacci fibonacci.c -lpthread</a:t>
            </a:r>
          </a:p>
          <a:p>
            <a:r>
              <a:t>• Ejecución: ./pi_s, ./pi_p &lt;hilos&gt;, ./fibonacci &lt;N&gt;</a:t>
            </a:r>
          </a:p>
          <a:p>
            <a:r>
              <a:t>Añado recomendaciones para medición estable de tiempos.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Teleprompter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925" y="818984"/>
            <a:ext cx="5036024" cy="3178689"/>
          </a:xfrm>
        </p:spPr>
        <p:txBody>
          <a:bodyPr>
            <a:normAutofit/>
          </a:bodyPr>
          <a:lstStyle/>
          <a:p>
            <a:pPr algn="l"/>
            <a:r>
              <a:rPr lang="es-MX" sz="4200">
                <a:solidFill>
                  <a:srgbClr val="FFFFFF"/>
                </a:solidFill>
              </a:rPr>
              <a:t>Laboratorio 3 - Paralelización con Pthreads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000" dirty="0">
                <a:solidFill>
                  <a:srgbClr val="FFFFFF"/>
                </a:solidFill>
              </a:rPr>
              <a:t>Universidad de Antioquia</a:t>
            </a:r>
          </a:p>
          <a:p>
            <a:pPr algn="l">
              <a:lnSpc>
                <a:spcPct val="90000"/>
              </a:lnSpc>
            </a:pPr>
            <a:r>
              <a:rPr lang="es-MX" sz="1000" dirty="0">
                <a:solidFill>
                  <a:srgbClr val="FFFFFF"/>
                </a:solidFill>
              </a:rPr>
              <a:t>Facultad de Ingeniería</a:t>
            </a:r>
          </a:p>
          <a:p>
            <a:pPr algn="l">
              <a:lnSpc>
                <a:spcPct val="90000"/>
              </a:lnSpc>
            </a:pPr>
            <a:r>
              <a:rPr lang="es-MX" sz="1000" dirty="0">
                <a:solidFill>
                  <a:srgbClr val="FFFFFF"/>
                </a:solidFill>
              </a:rPr>
              <a:t>Ingeniería de Sistemas</a:t>
            </a:r>
          </a:p>
          <a:p>
            <a:pPr algn="l">
              <a:lnSpc>
                <a:spcPct val="90000"/>
              </a:lnSpc>
            </a:pPr>
            <a:r>
              <a:rPr lang="es-MX" sz="1000" dirty="0">
                <a:solidFill>
                  <a:srgbClr val="FFFFFF"/>
                </a:solidFill>
              </a:rPr>
              <a:t>Sistemas Operativos y Laboratorios</a:t>
            </a:r>
          </a:p>
          <a:p>
            <a:pPr algn="l">
              <a:lnSpc>
                <a:spcPct val="90000"/>
              </a:lnSpc>
            </a:pPr>
            <a:r>
              <a:rPr lang="es-MX" sz="1000" b="1" dirty="0">
                <a:solidFill>
                  <a:srgbClr val="00B050"/>
                </a:solidFill>
              </a:rPr>
              <a:t>José Alfredo Martínez Valdés</a:t>
            </a:r>
          </a:p>
          <a:p>
            <a:pPr algn="l">
              <a:lnSpc>
                <a:spcPct val="90000"/>
              </a:lnSpc>
            </a:pPr>
            <a:r>
              <a:rPr lang="es-MX" sz="1000" b="1" dirty="0">
                <a:solidFill>
                  <a:schemeClr val="bg1"/>
                </a:solidFill>
              </a:rPr>
              <a:t>Medellín, noviembre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Objetivo del Laboratorio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7BF49-BD3F-1D80-55BB-D0972784E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19504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Parte 1: Cálculo de </a:t>
            </a:r>
            <a:r>
              <a:rPr lang="el-GR" sz="2000" dirty="0">
                <a:solidFill>
                  <a:schemeClr val="bg1"/>
                </a:solidFill>
              </a:rPr>
              <a:t>π (</a:t>
            </a:r>
            <a:r>
              <a:rPr lang="es-ES" sz="2000" dirty="0">
                <a:solidFill>
                  <a:schemeClr val="bg1"/>
                </a:solidFill>
              </a:rPr>
              <a:t>Serial y Paralelo)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FD729C-4224-6A58-8471-CE54CBE8C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31140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Arquitectura del Código Paralelo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A2FAE2-7641-0782-6FBA-8C915B51A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08560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bg1"/>
                </a:solidFill>
              </a:rPr>
              <a:t>Parte 2: Fibonacci con Hilos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E5C4E4-C3D7-3C65-9E72-B1F39CEFE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10341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Medición del rendimiento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16E9F-DFC6-6C62-BE80-E7623C6CD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06429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Conclusiones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3789BE-095B-5A18-646B-8F40D0EF7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79765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537</Words>
  <Application>Microsoft Office PowerPoint</Application>
  <PresentationFormat>On-screen Show (4:3)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Laboratorio 3 - Paralelización con Pthreads</vt:lpstr>
      <vt:lpstr>Objetivo del Laboratorio</vt:lpstr>
      <vt:lpstr>Parte 1: Cálculo de π (Serial y Paralelo)</vt:lpstr>
      <vt:lpstr>Arquitectura del Código Paralelo</vt:lpstr>
      <vt:lpstr>Parte 2: Fibonacci con Hilos</vt:lpstr>
      <vt:lpstr>Medición del rendimiento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ALFREDO MARTINEZ VALDES</dc:creator>
  <cp:keywords/>
  <dc:description>generated using python-pptx</dc:description>
  <cp:lastModifiedBy>JOSE ALFREDO MARTINEZ VALDES</cp:lastModifiedBy>
  <cp:revision>6</cp:revision>
  <dcterms:created xsi:type="dcterms:W3CDTF">2013-01-27T09:14:16Z</dcterms:created>
  <dcterms:modified xsi:type="dcterms:W3CDTF">2025-11-23T23:10:16Z</dcterms:modified>
  <cp:category/>
</cp:coreProperties>
</file>