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9472" autoAdjust="0"/>
  </p:normalViewPr>
  <p:slideViewPr>
    <p:cSldViewPr snapToGrid="0" snapToObjects="1">
      <p:cViewPr varScale="1">
        <p:scale>
          <a:sx n="66" d="100"/>
          <a:sy n="66" d="100"/>
        </p:scale>
        <p:origin x="29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0C158F-E321-4A98-9BDD-8F6D89642D8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18A692-8319-43AC-AC1C-5CF5FA92D170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Implementar</a:t>
          </a:r>
          <a:r>
            <a:rPr lang="en-US" dirty="0"/>
            <a:t> </a:t>
          </a:r>
          <a:r>
            <a:rPr lang="en-US" dirty="0" err="1"/>
            <a:t>versiones</a:t>
          </a:r>
          <a:r>
            <a:rPr lang="en-US" dirty="0"/>
            <a:t> serial y </a:t>
          </a:r>
          <a:r>
            <a:rPr lang="en-US" dirty="0" err="1"/>
            <a:t>paralela</a:t>
          </a:r>
          <a:r>
            <a:rPr lang="en-US" dirty="0"/>
            <a:t> del </a:t>
          </a:r>
          <a:r>
            <a:rPr lang="en-US" dirty="0" err="1"/>
            <a:t>cálculo</a:t>
          </a:r>
          <a:r>
            <a:rPr lang="en-US" dirty="0"/>
            <a:t> de π</a:t>
          </a:r>
        </a:p>
      </dgm:t>
    </dgm:pt>
    <dgm:pt modelId="{31E41588-C381-4FD3-BE4E-0A97A3780F78}" type="parTrans" cxnId="{A927F85B-2FBF-48C5-8F84-4A69368F8560}">
      <dgm:prSet/>
      <dgm:spPr/>
      <dgm:t>
        <a:bodyPr/>
        <a:lstStyle/>
        <a:p>
          <a:endParaRPr lang="en-US"/>
        </a:p>
      </dgm:t>
    </dgm:pt>
    <dgm:pt modelId="{B5F017CC-D3BE-4F97-B035-9AFFF6BE1775}" type="sibTrans" cxnId="{A927F85B-2FBF-48C5-8F84-4A69368F8560}">
      <dgm:prSet/>
      <dgm:spPr/>
      <dgm:t>
        <a:bodyPr/>
        <a:lstStyle/>
        <a:p>
          <a:endParaRPr lang="en-US"/>
        </a:p>
      </dgm:t>
    </dgm:pt>
    <dgm:pt modelId="{95B8A55D-CFA2-4FD3-91D2-C22A953A909E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Medir</a:t>
          </a:r>
          <a:r>
            <a:rPr lang="en-US" dirty="0"/>
            <a:t> speedup, </a:t>
          </a:r>
          <a:r>
            <a:rPr lang="en-US" dirty="0" err="1"/>
            <a:t>eficiencia</a:t>
          </a:r>
          <a:r>
            <a:rPr lang="en-US" dirty="0"/>
            <a:t> y </a:t>
          </a:r>
          <a:r>
            <a:rPr lang="en-US" dirty="0" err="1"/>
            <a:t>rendimiento</a:t>
          </a:r>
          <a:endParaRPr lang="en-US" dirty="0"/>
        </a:p>
      </dgm:t>
    </dgm:pt>
    <dgm:pt modelId="{485C5595-3FD0-4E3C-BD4B-69F8688DD746}" type="parTrans" cxnId="{EA3CFF3A-8EA3-4FD2-A20C-60A6A1CC3139}">
      <dgm:prSet/>
      <dgm:spPr/>
      <dgm:t>
        <a:bodyPr/>
        <a:lstStyle/>
        <a:p>
          <a:endParaRPr lang="en-US"/>
        </a:p>
      </dgm:t>
    </dgm:pt>
    <dgm:pt modelId="{128A749A-10F0-47C8-9E31-A42955C94026}" type="sibTrans" cxnId="{EA3CFF3A-8EA3-4FD2-A20C-60A6A1CC3139}">
      <dgm:prSet/>
      <dgm:spPr/>
      <dgm:t>
        <a:bodyPr/>
        <a:lstStyle/>
        <a:p>
          <a:endParaRPr lang="en-US"/>
        </a:p>
      </dgm:t>
    </dgm:pt>
    <dgm:pt modelId="{1339A50B-F64E-4B50-B3AC-0B17D84CD6F6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Implementar</a:t>
          </a:r>
          <a:r>
            <a:rPr lang="en-US" dirty="0"/>
            <a:t> </a:t>
          </a:r>
          <a:r>
            <a:rPr lang="en-US" dirty="0" err="1"/>
            <a:t>generación</a:t>
          </a:r>
          <a:r>
            <a:rPr lang="en-US" dirty="0"/>
            <a:t> de Fibonacci con </a:t>
          </a:r>
          <a:r>
            <a:rPr lang="en-US" dirty="0" err="1"/>
            <a:t>hilos</a:t>
          </a:r>
          <a:endParaRPr lang="en-US" dirty="0"/>
        </a:p>
      </dgm:t>
    </dgm:pt>
    <dgm:pt modelId="{D248ECC2-3AE4-40D6-A459-949DD07FB7D4}" type="parTrans" cxnId="{0A25FF29-38C2-4C49-9C49-8E839A85C449}">
      <dgm:prSet/>
      <dgm:spPr/>
      <dgm:t>
        <a:bodyPr/>
        <a:lstStyle/>
        <a:p>
          <a:endParaRPr lang="en-US"/>
        </a:p>
      </dgm:t>
    </dgm:pt>
    <dgm:pt modelId="{0C4BFB98-FDEB-444B-802E-2E37D8FC1B18}" type="sibTrans" cxnId="{0A25FF29-38C2-4C49-9C49-8E839A85C449}">
      <dgm:prSet/>
      <dgm:spPr/>
      <dgm:t>
        <a:bodyPr/>
        <a:lstStyle/>
        <a:p>
          <a:endParaRPr lang="en-US"/>
        </a:p>
      </dgm:t>
    </dgm:pt>
    <dgm:pt modelId="{246EBE67-5CEC-4338-8FA5-660B24C0E007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Analizar</a:t>
          </a:r>
          <a:r>
            <a:rPr lang="en-US" dirty="0"/>
            <a:t> </a:t>
          </a:r>
          <a:r>
            <a:rPr lang="en-US" dirty="0" err="1"/>
            <a:t>diseño</a:t>
          </a:r>
          <a:r>
            <a:rPr lang="en-US" dirty="0"/>
            <a:t>, </a:t>
          </a:r>
          <a:r>
            <a:rPr lang="en-US" dirty="0" err="1"/>
            <a:t>sincronización</a:t>
          </a:r>
          <a:r>
            <a:rPr lang="en-US" dirty="0"/>
            <a:t> y </a:t>
          </a:r>
          <a:r>
            <a:rPr lang="en-US" dirty="0" err="1"/>
            <a:t>transferencia</a:t>
          </a:r>
          <a:r>
            <a:rPr lang="en-US" dirty="0"/>
            <a:t> de </a:t>
          </a:r>
          <a:r>
            <a:rPr lang="en-US" dirty="0" err="1"/>
            <a:t>datos</a:t>
          </a:r>
          <a:endParaRPr lang="en-US" dirty="0"/>
        </a:p>
      </dgm:t>
    </dgm:pt>
    <dgm:pt modelId="{8A86A012-942E-424A-971D-40FECEC5ABA9}" type="parTrans" cxnId="{07909F46-32EB-4F1F-9B6B-41EFE20E7F41}">
      <dgm:prSet/>
      <dgm:spPr/>
      <dgm:t>
        <a:bodyPr/>
        <a:lstStyle/>
        <a:p>
          <a:endParaRPr lang="en-US"/>
        </a:p>
      </dgm:t>
    </dgm:pt>
    <dgm:pt modelId="{A691F21A-8C22-4553-99D6-8B2886AB6072}" type="sibTrans" cxnId="{07909F46-32EB-4F1F-9B6B-41EFE20E7F41}">
      <dgm:prSet/>
      <dgm:spPr/>
      <dgm:t>
        <a:bodyPr/>
        <a:lstStyle/>
        <a:p>
          <a:endParaRPr lang="en-US"/>
        </a:p>
      </dgm:t>
    </dgm:pt>
    <dgm:pt modelId="{46EAB7D1-95FD-4945-8B2D-6395A21BFAE3}" type="pres">
      <dgm:prSet presAssocID="{B70C158F-E321-4A98-9BDD-8F6D89642D82}" presName="diagram" presStyleCnt="0">
        <dgm:presLayoutVars>
          <dgm:dir/>
          <dgm:resizeHandles val="exact"/>
        </dgm:presLayoutVars>
      </dgm:prSet>
      <dgm:spPr/>
    </dgm:pt>
    <dgm:pt modelId="{E891C6E8-702A-469A-BECA-F6E9DF7540C9}" type="pres">
      <dgm:prSet presAssocID="{5918A692-8319-43AC-AC1C-5CF5FA92D170}" presName="node" presStyleLbl="node1" presStyleIdx="0" presStyleCnt="4">
        <dgm:presLayoutVars>
          <dgm:bulletEnabled val="1"/>
        </dgm:presLayoutVars>
      </dgm:prSet>
      <dgm:spPr/>
    </dgm:pt>
    <dgm:pt modelId="{57F9D186-D7EC-450B-A4F7-C0D01E3EC452}" type="pres">
      <dgm:prSet presAssocID="{B5F017CC-D3BE-4F97-B035-9AFFF6BE1775}" presName="sibTrans" presStyleCnt="0"/>
      <dgm:spPr/>
    </dgm:pt>
    <dgm:pt modelId="{167E6330-FC5A-4A19-AC0F-DFB16A898294}" type="pres">
      <dgm:prSet presAssocID="{95B8A55D-CFA2-4FD3-91D2-C22A953A909E}" presName="node" presStyleLbl="node1" presStyleIdx="1" presStyleCnt="4">
        <dgm:presLayoutVars>
          <dgm:bulletEnabled val="1"/>
        </dgm:presLayoutVars>
      </dgm:prSet>
      <dgm:spPr/>
    </dgm:pt>
    <dgm:pt modelId="{AEEB9D32-FA72-4499-80D2-E1EEBD855A40}" type="pres">
      <dgm:prSet presAssocID="{128A749A-10F0-47C8-9E31-A42955C94026}" presName="sibTrans" presStyleCnt="0"/>
      <dgm:spPr/>
    </dgm:pt>
    <dgm:pt modelId="{8270CEFD-DF74-4940-9ED5-7EA5F42E1867}" type="pres">
      <dgm:prSet presAssocID="{1339A50B-F64E-4B50-B3AC-0B17D84CD6F6}" presName="node" presStyleLbl="node1" presStyleIdx="2" presStyleCnt="4">
        <dgm:presLayoutVars>
          <dgm:bulletEnabled val="1"/>
        </dgm:presLayoutVars>
      </dgm:prSet>
      <dgm:spPr/>
    </dgm:pt>
    <dgm:pt modelId="{DB62227E-C1FB-4DB5-8C24-FCB349121BA0}" type="pres">
      <dgm:prSet presAssocID="{0C4BFB98-FDEB-444B-802E-2E37D8FC1B18}" presName="sibTrans" presStyleCnt="0"/>
      <dgm:spPr/>
    </dgm:pt>
    <dgm:pt modelId="{0792B83E-E500-4161-B29B-E8855CEFCADB}" type="pres">
      <dgm:prSet presAssocID="{246EBE67-5CEC-4338-8FA5-660B24C0E007}" presName="node" presStyleLbl="node1" presStyleIdx="3" presStyleCnt="4">
        <dgm:presLayoutVars>
          <dgm:bulletEnabled val="1"/>
        </dgm:presLayoutVars>
      </dgm:prSet>
      <dgm:spPr/>
    </dgm:pt>
  </dgm:ptLst>
  <dgm:cxnLst>
    <dgm:cxn modelId="{0369DD17-4D14-48DF-8286-B8B74B9D5B67}" type="presOf" srcId="{95B8A55D-CFA2-4FD3-91D2-C22A953A909E}" destId="{167E6330-FC5A-4A19-AC0F-DFB16A898294}" srcOrd="0" destOrd="0" presId="urn:microsoft.com/office/officeart/2005/8/layout/default"/>
    <dgm:cxn modelId="{44A0621A-F424-4012-9949-52D6FA3D512A}" type="presOf" srcId="{B70C158F-E321-4A98-9BDD-8F6D89642D82}" destId="{46EAB7D1-95FD-4945-8B2D-6395A21BFAE3}" srcOrd="0" destOrd="0" presId="urn:microsoft.com/office/officeart/2005/8/layout/default"/>
    <dgm:cxn modelId="{0A25FF29-38C2-4C49-9C49-8E839A85C449}" srcId="{B70C158F-E321-4A98-9BDD-8F6D89642D82}" destId="{1339A50B-F64E-4B50-B3AC-0B17D84CD6F6}" srcOrd="2" destOrd="0" parTransId="{D248ECC2-3AE4-40D6-A459-949DD07FB7D4}" sibTransId="{0C4BFB98-FDEB-444B-802E-2E37D8FC1B18}"/>
    <dgm:cxn modelId="{EA3CFF3A-8EA3-4FD2-A20C-60A6A1CC3139}" srcId="{B70C158F-E321-4A98-9BDD-8F6D89642D82}" destId="{95B8A55D-CFA2-4FD3-91D2-C22A953A909E}" srcOrd="1" destOrd="0" parTransId="{485C5595-3FD0-4E3C-BD4B-69F8688DD746}" sibTransId="{128A749A-10F0-47C8-9E31-A42955C94026}"/>
    <dgm:cxn modelId="{A927F85B-2FBF-48C5-8F84-4A69368F8560}" srcId="{B70C158F-E321-4A98-9BDD-8F6D89642D82}" destId="{5918A692-8319-43AC-AC1C-5CF5FA92D170}" srcOrd="0" destOrd="0" parTransId="{31E41588-C381-4FD3-BE4E-0A97A3780F78}" sibTransId="{B5F017CC-D3BE-4F97-B035-9AFFF6BE1775}"/>
    <dgm:cxn modelId="{07909F46-32EB-4F1F-9B6B-41EFE20E7F41}" srcId="{B70C158F-E321-4A98-9BDD-8F6D89642D82}" destId="{246EBE67-5CEC-4338-8FA5-660B24C0E007}" srcOrd="3" destOrd="0" parTransId="{8A86A012-942E-424A-971D-40FECEC5ABA9}" sibTransId="{A691F21A-8C22-4553-99D6-8B2886AB6072}"/>
    <dgm:cxn modelId="{C66AD74B-9C16-4F14-9C0F-19165F7E7077}" type="presOf" srcId="{5918A692-8319-43AC-AC1C-5CF5FA92D170}" destId="{E891C6E8-702A-469A-BECA-F6E9DF7540C9}" srcOrd="0" destOrd="0" presId="urn:microsoft.com/office/officeart/2005/8/layout/default"/>
    <dgm:cxn modelId="{292FC159-9F3F-4513-8887-39FC16A9C414}" type="presOf" srcId="{1339A50B-F64E-4B50-B3AC-0B17D84CD6F6}" destId="{8270CEFD-DF74-4940-9ED5-7EA5F42E1867}" srcOrd="0" destOrd="0" presId="urn:microsoft.com/office/officeart/2005/8/layout/default"/>
    <dgm:cxn modelId="{B339AEF3-FB18-4B92-B1AE-8AEB01433214}" type="presOf" srcId="{246EBE67-5CEC-4338-8FA5-660B24C0E007}" destId="{0792B83E-E500-4161-B29B-E8855CEFCADB}" srcOrd="0" destOrd="0" presId="urn:microsoft.com/office/officeart/2005/8/layout/default"/>
    <dgm:cxn modelId="{C5A0DE45-B1A1-4F09-8DD2-EBE823F16699}" type="presParOf" srcId="{46EAB7D1-95FD-4945-8B2D-6395A21BFAE3}" destId="{E891C6E8-702A-469A-BECA-F6E9DF7540C9}" srcOrd="0" destOrd="0" presId="urn:microsoft.com/office/officeart/2005/8/layout/default"/>
    <dgm:cxn modelId="{582316A3-34CA-433B-9D1E-AB662A9A1DAA}" type="presParOf" srcId="{46EAB7D1-95FD-4945-8B2D-6395A21BFAE3}" destId="{57F9D186-D7EC-450B-A4F7-C0D01E3EC452}" srcOrd="1" destOrd="0" presId="urn:microsoft.com/office/officeart/2005/8/layout/default"/>
    <dgm:cxn modelId="{926B3C48-65DD-4CC3-AD11-44ADB8A3D964}" type="presParOf" srcId="{46EAB7D1-95FD-4945-8B2D-6395A21BFAE3}" destId="{167E6330-FC5A-4A19-AC0F-DFB16A898294}" srcOrd="2" destOrd="0" presId="urn:microsoft.com/office/officeart/2005/8/layout/default"/>
    <dgm:cxn modelId="{06C81897-9542-450A-B7B6-6B692B23D06F}" type="presParOf" srcId="{46EAB7D1-95FD-4945-8B2D-6395A21BFAE3}" destId="{AEEB9D32-FA72-4499-80D2-E1EEBD855A40}" srcOrd="3" destOrd="0" presId="urn:microsoft.com/office/officeart/2005/8/layout/default"/>
    <dgm:cxn modelId="{D190B447-61A2-4D01-A36B-EE09AA08FDCF}" type="presParOf" srcId="{46EAB7D1-95FD-4945-8B2D-6395A21BFAE3}" destId="{8270CEFD-DF74-4940-9ED5-7EA5F42E1867}" srcOrd="4" destOrd="0" presId="urn:microsoft.com/office/officeart/2005/8/layout/default"/>
    <dgm:cxn modelId="{51467955-2AAC-4162-8DBC-734E1B6C72BA}" type="presParOf" srcId="{46EAB7D1-95FD-4945-8B2D-6395A21BFAE3}" destId="{DB62227E-C1FB-4DB5-8C24-FCB349121BA0}" srcOrd="5" destOrd="0" presId="urn:microsoft.com/office/officeart/2005/8/layout/default"/>
    <dgm:cxn modelId="{B359C474-3954-4512-B957-9416CAC117E5}" type="presParOf" srcId="{46EAB7D1-95FD-4945-8B2D-6395A21BFAE3}" destId="{0792B83E-E500-4161-B29B-E8855CEFCAD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4B5A8D-01A0-41B6-AD53-DB94F173037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55D6A1-0083-47B5-B83F-9EF7CDCFDF3A}">
      <dgm:prSet/>
      <dgm:spPr/>
      <dgm:t>
        <a:bodyPr/>
        <a:lstStyle/>
        <a:p>
          <a:r>
            <a:rPr lang="en-US"/>
            <a:t>- Integral ∫0→1 4/(1+x²) dx</a:t>
          </a:r>
        </a:p>
      </dgm:t>
    </dgm:pt>
    <dgm:pt modelId="{CCD21159-F38A-4022-A43C-638FA9832B65}" type="parTrans" cxnId="{F5D0537A-4861-420E-9C76-22694299B108}">
      <dgm:prSet/>
      <dgm:spPr/>
      <dgm:t>
        <a:bodyPr/>
        <a:lstStyle/>
        <a:p>
          <a:endParaRPr lang="en-US"/>
        </a:p>
      </dgm:t>
    </dgm:pt>
    <dgm:pt modelId="{0552B750-8ED5-43B1-A810-3E5A63EC5706}" type="sibTrans" cxnId="{F5D0537A-4861-420E-9C76-22694299B108}">
      <dgm:prSet/>
      <dgm:spPr/>
      <dgm:t>
        <a:bodyPr/>
        <a:lstStyle/>
        <a:p>
          <a:endParaRPr lang="en-US"/>
        </a:p>
      </dgm:t>
    </dgm:pt>
    <dgm:pt modelId="{CACABC24-3FFB-4A6B-87DB-7A0246CD504F}">
      <dgm:prSet/>
      <dgm:spPr/>
      <dgm:t>
        <a:bodyPr/>
        <a:lstStyle/>
        <a:p>
          <a:r>
            <a:rPr lang="en-US"/>
            <a:t>- Regla del punto medio</a:t>
          </a:r>
        </a:p>
      </dgm:t>
    </dgm:pt>
    <dgm:pt modelId="{E6004DB8-BD5C-4AFE-99B6-C4F11CB7AD49}" type="parTrans" cxnId="{A9B48FA8-B080-4F83-81E5-F572832554AB}">
      <dgm:prSet/>
      <dgm:spPr/>
      <dgm:t>
        <a:bodyPr/>
        <a:lstStyle/>
        <a:p>
          <a:endParaRPr lang="en-US"/>
        </a:p>
      </dgm:t>
    </dgm:pt>
    <dgm:pt modelId="{79E9AA5D-BE8A-4C62-8567-C4570BBC4563}" type="sibTrans" cxnId="{A9B48FA8-B080-4F83-81E5-F572832554AB}">
      <dgm:prSet/>
      <dgm:spPr/>
      <dgm:t>
        <a:bodyPr/>
        <a:lstStyle/>
        <a:p>
          <a:endParaRPr lang="en-US"/>
        </a:p>
      </dgm:t>
    </dgm:pt>
    <dgm:pt modelId="{77DF22A2-1413-4E29-B031-68CC06D18518}">
      <dgm:prSet/>
      <dgm:spPr/>
      <dgm:t>
        <a:bodyPr/>
        <a:lstStyle/>
        <a:p>
          <a:r>
            <a:rPr lang="en-US"/>
            <a:t>- Versión serial y paralela usando Pthreads</a:t>
          </a:r>
        </a:p>
      </dgm:t>
    </dgm:pt>
    <dgm:pt modelId="{4B7C0662-2713-40CE-B9F7-B5F18140F244}" type="parTrans" cxnId="{93169666-1394-42BB-94EF-EDA38042AC72}">
      <dgm:prSet/>
      <dgm:spPr/>
      <dgm:t>
        <a:bodyPr/>
        <a:lstStyle/>
        <a:p>
          <a:endParaRPr lang="en-US"/>
        </a:p>
      </dgm:t>
    </dgm:pt>
    <dgm:pt modelId="{A6EEB04D-E289-49BD-BDDE-9A095E9A4222}" type="sibTrans" cxnId="{93169666-1394-42BB-94EF-EDA38042AC72}">
      <dgm:prSet/>
      <dgm:spPr/>
      <dgm:t>
        <a:bodyPr/>
        <a:lstStyle/>
        <a:p>
          <a:endParaRPr lang="en-US"/>
        </a:p>
      </dgm:t>
    </dgm:pt>
    <dgm:pt modelId="{FCAB3C89-F5E0-47CB-B8C0-B5553211C912}">
      <dgm:prSet/>
      <dgm:spPr/>
      <dgm:t>
        <a:bodyPr/>
        <a:lstStyle/>
        <a:p>
          <a:r>
            <a:rPr lang="en-US"/>
            <a:t>- División del rango en subrangos por hilo</a:t>
          </a:r>
        </a:p>
      </dgm:t>
    </dgm:pt>
    <dgm:pt modelId="{5695993C-D1A7-4016-B279-EABDC1AFD66C}" type="parTrans" cxnId="{33A5F522-EADC-4A91-8391-56A2283D2ECC}">
      <dgm:prSet/>
      <dgm:spPr/>
      <dgm:t>
        <a:bodyPr/>
        <a:lstStyle/>
        <a:p>
          <a:endParaRPr lang="en-US"/>
        </a:p>
      </dgm:t>
    </dgm:pt>
    <dgm:pt modelId="{D7B62988-2071-4733-8D3B-27511884DB49}" type="sibTrans" cxnId="{33A5F522-EADC-4A91-8391-56A2283D2ECC}">
      <dgm:prSet/>
      <dgm:spPr/>
      <dgm:t>
        <a:bodyPr/>
        <a:lstStyle/>
        <a:p>
          <a:endParaRPr lang="en-US"/>
        </a:p>
      </dgm:t>
    </dgm:pt>
    <dgm:pt modelId="{C1389A4A-B3CC-4113-822D-652EB64883BD}" type="pres">
      <dgm:prSet presAssocID="{2B4B5A8D-01A0-41B6-AD53-DB94F173037B}" presName="linear" presStyleCnt="0">
        <dgm:presLayoutVars>
          <dgm:animLvl val="lvl"/>
          <dgm:resizeHandles val="exact"/>
        </dgm:presLayoutVars>
      </dgm:prSet>
      <dgm:spPr/>
    </dgm:pt>
    <dgm:pt modelId="{7CAC9B84-5BD1-4B69-A8F5-472781330D42}" type="pres">
      <dgm:prSet presAssocID="{2155D6A1-0083-47B5-B83F-9EF7CDCFDF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EB17E1-1E2C-4BBF-9CBB-EC12A0FFE5EA}" type="pres">
      <dgm:prSet presAssocID="{0552B750-8ED5-43B1-A810-3E5A63EC5706}" presName="spacer" presStyleCnt="0"/>
      <dgm:spPr/>
    </dgm:pt>
    <dgm:pt modelId="{121DF247-A79C-48CB-B6AE-D87C1C3FDFAC}" type="pres">
      <dgm:prSet presAssocID="{CACABC24-3FFB-4A6B-87DB-7A0246CD50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52E60C-84EE-47FC-A0C0-3BA7B6951311}" type="pres">
      <dgm:prSet presAssocID="{79E9AA5D-BE8A-4C62-8567-C4570BBC4563}" presName="spacer" presStyleCnt="0"/>
      <dgm:spPr/>
    </dgm:pt>
    <dgm:pt modelId="{654058E7-A8DB-47D5-B150-C09BDF35B236}" type="pres">
      <dgm:prSet presAssocID="{77DF22A2-1413-4E29-B031-68CC06D185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6DE810-ECF7-49E5-9481-3532FBB97198}" type="pres">
      <dgm:prSet presAssocID="{A6EEB04D-E289-49BD-BDDE-9A095E9A4222}" presName="spacer" presStyleCnt="0"/>
      <dgm:spPr/>
    </dgm:pt>
    <dgm:pt modelId="{109E892A-111D-49F1-B5E2-CFC67DB92589}" type="pres">
      <dgm:prSet presAssocID="{FCAB3C89-F5E0-47CB-B8C0-B5553211C9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85FD00-A08C-46ED-9A46-A55B148014C3}" type="presOf" srcId="{77DF22A2-1413-4E29-B031-68CC06D18518}" destId="{654058E7-A8DB-47D5-B150-C09BDF35B236}" srcOrd="0" destOrd="0" presId="urn:microsoft.com/office/officeart/2005/8/layout/vList2"/>
    <dgm:cxn modelId="{33A5F522-EADC-4A91-8391-56A2283D2ECC}" srcId="{2B4B5A8D-01A0-41B6-AD53-DB94F173037B}" destId="{FCAB3C89-F5E0-47CB-B8C0-B5553211C912}" srcOrd="3" destOrd="0" parTransId="{5695993C-D1A7-4016-B279-EABDC1AFD66C}" sibTransId="{D7B62988-2071-4733-8D3B-27511884DB49}"/>
    <dgm:cxn modelId="{93169666-1394-42BB-94EF-EDA38042AC72}" srcId="{2B4B5A8D-01A0-41B6-AD53-DB94F173037B}" destId="{77DF22A2-1413-4E29-B031-68CC06D18518}" srcOrd="2" destOrd="0" parTransId="{4B7C0662-2713-40CE-B9F7-B5F18140F244}" sibTransId="{A6EEB04D-E289-49BD-BDDE-9A095E9A4222}"/>
    <dgm:cxn modelId="{8CE8DB4D-1EC0-42F7-9760-2C724F96D6F9}" type="presOf" srcId="{2155D6A1-0083-47B5-B83F-9EF7CDCFDF3A}" destId="{7CAC9B84-5BD1-4B69-A8F5-472781330D42}" srcOrd="0" destOrd="0" presId="urn:microsoft.com/office/officeart/2005/8/layout/vList2"/>
    <dgm:cxn modelId="{483A1978-CE84-4A88-B6F1-670E9B714C53}" type="presOf" srcId="{CACABC24-3FFB-4A6B-87DB-7A0246CD504F}" destId="{121DF247-A79C-48CB-B6AE-D87C1C3FDFAC}" srcOrd="0" destOrd="0" presId="urn:microsoft.com/office/officeart/2005/8/layout/vList2"/>
    <dgm:cxn modelId="{F5D0537A-4861-420E-9C76-22694299B108}" srcId="{2B4B5A8D-01A0-41B6-AD53-DB94F173037B}" destId="{2155D6A1-0083-47B5-B83F-9EF7CDCFDF3A}" srcOrd="0" destOrd="0" parTransId="{CCD21159-F38A-4022-A43C-638FA9832B65}" sibTransId="{0552B750-8ED5-43B1-A810-3E5A63EC5706}"/>
    <dgm:cxn modelId="{21FF3CA2-275D-4623-B7BE-572DAD0C62E2}" type="presOf" srcId="{FCAB3C89-F5E0-47CB-B8C0-B5553211C912}" destId="{109E892A-111D-49F1-B5E2-CFC67DB92589}" srcOrd="0" destOrd="0" presId="urn:microsoft.com/office/officeart/2005/8/layout/vList2"/>
    <dgm:cxn modelId="{A9B48FA8-B080-4F83-81E5-F572832554AB}" srcId="{2B4B5A8D-01A0-41B6-AD53-DB94F173037B}" destId="{CACABC24-3FFB-4A6B-87DB-7A0246CD504F}" srcOrd="1" destOrd="0" parTransId="{E6004DB8-BD5C-4AFE-99B6-C4F11CB7AD49}" sibTransId="{79E9AA5D-BE8A-4C62-8567-C4570BBC4563}"/>
    <dgm:cxn modelId="{642ED3C5-55B8-4CBE-9507-D31B727E17DF}" type="presOf" srcId="{2B4B5A8D-01A0-41B6-AD53-DB94F173037B}" destId="{C1389A4A-B3CC-4113-822D-652EB64883BD}" srcOrd="0" destOrd="0" presId="urn:microsoft.com/office/officeart/2005/8/layout/vList2"/>
    <dgm:cxn modelId="{A76DED18-E789-4762-BBDF-5EF42CF6D921}" type="presParOf" srcId="{C1389A4A-B3CC-4113-822D-652EB64883BD}" destId="{7CAC9B84-5BD1-4B69-A8F5-472781330D42}" srcOrd="0" destOrd="0" presId="urn:microsoft.com/office/officeart/2005/8/layout/vList2"/>
    <dgm:cxn modelId="{5BE735F0-FE2D-4533-B92A-BDC616B61E31}" type="presParOf" srcId="{C1389A4A-B3CC-4113-822D-652EB64883BD}" destId="{12EB17E1-1E2C-4BBF-9CBB-EC12A0FFE5EA}" srcOrd="1" destOrd="0" presId="urn:microsoft.com/office/officeart/2005/8/layout/vList2"/>
    <dgm:cxn modelId="{42D9F1F4-4908-48E9-8935-01138868C22F}" type="presParOf" srcId="{C1389A4A-B3CC-4113-822D-652EB64883BD}" destId="{121DF247-A79C-48CB-B6AE-D87C1C3FDFAC}" srcOrd="2" destOrd="0" presId="urn:microsoft.com/office/officeart/2005/8/layout/vList2"/>
    <dgm:cxn modelId="{64A64ACD-AE0B-49C5-944E-216DECEDEDCC}" type="presParOf" srcId="{C1389A4A-B3CC-4113-822D-652EB64883BD}" destId="{3852E60C-84EE-47FC-A0C0-3BA7B6951311}" srcOrd="3" destOrd="0" presId="urn:microsoft.com/office/officeart/2005/8/layout/vList2"/>
    <dgm:cxn modelId="{055458FE-F385-438F-B926-AA5C9C59965C}" type="presParOf" srcId="{C1389A4A-B3CC-4113-822D-652EB64883BD}" destId="{654058E7-A8DB-47D5-B150-C09BDF35B236}" srcOrd="4" destOrd="0" presId="urn:microsoft.com/office/officeart/2005/8/layout/vList2"/>
    <dgm:cxn modelId="{2CA98285-E210-4CCF-975A-7E28DFC1E621}" type="presParOf" srcId="{C1389A4A-B3CC-4113-822D-652EB64883BD}" destId="{CA6DE810-ECF7-49E5-9481-3532FBB97198}" srcOrd="5" destOrd="0" presId="urn:microsoft.com/office/officeart/2005/8/layout/vList2"/>
    <dgm:cxn modelId="{43891FF2-068E-41F9-97A5-210A54B7AD11}" type="presParOf" srcId="{C1389A4A-B3CC-4113-822D-652EB64883BD}" destId="{109E892A-111D-49F1-B5E2-CFC67DB925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DB46B2-B0F6-4348-B2E7-087A3C893307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9883CC5-345A-4673-AF04-FA10879B8EE5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recibe</a:t>
          </a:r>
          <a:r>
            <a:rPr lang="en-US" dirty="0"/>
            <a:t> n y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hilos</a:t>
          </a:r>
          <a:r>
            <a:rPr lang="en-US" dirty="0"/>
            <a:t> T</a:t>
          </a:r>
        </a:p>
      </dgm:t>
    </dgm:pt>
    <dgm:pt modelId="{82A34102-6FE5-49A7-B3D4-93A548A9E429}" type="parTrans" cxnId="{1B6847AE-7D8E-45EF-9932-F799789AF288}">
      <dgm:prSet/>
      <dgm:spPr/>
      <dgm:t>
        <a:bodyPr/>
        <a:lstStyle/>
        <a:p>
          <a:endParaRPr lang="en-US"/>
        </a:p>
      </dgm:t>
    </dgm:pt>
    <dgm:pt modelId="{C2FDAA28-E6EE-4DA0-AD36-DA9A8FF5CF54}" type="sibTrans" cxnId="{1B6847AE-7D8E-45EF-9932-F799789AF288}">
      <dgm:prSet/>
      <dgm:spPr/>
      <dgm:t>
        <a:bodyPr/>
        <a:lstStyle/>
        <a:p>
          <a:endParaRPr lang="en-US"/>
        </a:p>
      </dgm:t>
    </dgm:pt>
    <dgm:pt modelId="{EF97DBFA-40BF-450D-BF0B-6DF474DED3DD}">
      <dgm:prSet/>
      <dgm:spPr/>
      <dgm:t>
        <a:bodyPr/>
        <a:lstStyle/>
        <a:p>
          <a:r>
            <a:rPr lang="en-US" dirty="0"/>
            <a:t>Cada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calcula</a:t>
          </a:r>
          <a:r>
            <a:rPr lang="en-US" dirty="0"/>
            <a:t> </a:t>
          </a:r>
          <a:r>
            <a:rPr lang="en-US" dirty="0" err="1"/>
            <a:t>suma</a:t>
          </a:r>
          <a:r>
            <a:rPr lang="en-US" dirty="0"/>
            <a:t> </a:t>
          </a:r>
          <a:r>
            <a:rPr lang="en-US" dirty="0" err="1"/>
            <a:t>parcial</a:t>
          </a:r>
          <a:endParaRPr lang="en-US" dirty="0"/>
        </a:p>
      </dgm:t>
    </dgm:pt>
    <dgm:pt modelId="{19FC8C03-591C-4F13-88E6-25260CB5D783}" type="parTrans" cxnId="{6635D301-5395-41FC-8B56-AE38A6DE62AD}">
      <dgm:prSet/>
      <dgm:spPr/>
      <dgm:t>
        <a:bodyPr/>
        <a:lstStyle/>
        <a:p>
          <a:endParaRPr lang="en-US"/>
        </a:p>
      </dgm:t>
    </dgm:pt>
    <dgm:pt modelId="{9E806E30-4577-4A6F-8DB6-F26D54752013}" type="sibTrans" cxnId="{6635D301-5395-41FC-8B56-AE38A6DE62AD}">
      <dgm:prSet/>
      <dgm:spPr/>
      <dgm:t>
        <a:bodyPr/>
        <a:lstStyle/>
        <a:p>
          <a:endParaRPr lang="en-US"/>
        </a:p>
      </dgm:t>
    </dgm:pt>
    <dgm:pt modelId="{CE3F40A3-C986-4EE8-8651-DD04FD56D50F}">
      <dgm:prSet/>
      <dgm:spPr/>
      <dgm:t>
        <a:bodyPr/>
        <a:lstStyle/>
        <a:p>
          <a:r>
            <a:rPr lang="en-US" dirty="0"/>
            <a:t>No usar mutex: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acumula</a:t>
          </a:r>
          <a:r>
            <a:rPr lang="en-US" dirty="0"/>
            <a:t> local</a:t>
          </a:r>
        </a:p>
      </dgm:t>
    </dgm:pt>
    <dgm:pt modelId="{0C4DC3BA-5686-4F7D-8F54-E70D9B30CBF6}" type="parTrans" cxnId="{6ECC72AE-FB32-4804-9CCE-1DC97B3AEA09}">
      <dgm:prSet/>
      <dgm:spPr/>
      <dgm:t>
        <a:bodyPr/>
        <a:lstStyle/>
        <a:p>
          <a:endParaRPr lang="en-US"/>
        </a:p>
      </dgm:t>
    </dgm:pt>
    <dgm:pt modelId="{96D8FDBF-0613-4F62-AF2F-0047A6487FB9}" type="sibTrans" cxnId="{6ECC72AE-FB32-4804-9CCE-1DC97B3AEA09}">
      <dgm:prSet/>
      <dgm:spPr/>
      <dgm:t>
        <a:bodyPr/>
        <a:lstStyle/>
        <a:p>
          <a:endParaRPr lang="en-US"/>
        </a:p>
      </dgm:t>
    </dgm:pt>
    <dgm:pt modelId="{21246E9F-B468-4DA1-B7DF-E39D21DFEA29}">
      <dgm:prSet/>
      <dgm:spPr/>
      <dgm:t>
        <a:bodyPr/>
        <a:lstStyle/>
        <a:p>
          <a:r>
            <a:rPr lang="en-US" dirty="0" err="1"/>
            <a:t>pthread_join</a:t>
          </a:r>
          <a:r>
            <a:rPr lang="en-US" dirty="0"/>
            <a:t> para </a:t>
          </a:r>
          <a:r>
            <a:rPr lang="en-US" dirty="0" err="1"/>
            <a:t>recolectar</a:t>
          </a:r>
          <a:r>
            <a:rPr lang="en-US" dirty="0"/>
            <a:t> </a:t>
          </a:r>
          <a:r>
            <a:rPr lang="en-US" dirty="0" err="1"/>
            <a:t>resultados</a:t>
          </a:r>
          <a:endParaRPr lang="en-US" dirty="0"/>
        </a:p>
      </dgm:t>
    </dgm:pt>
    <dgm:pt modelId="{72EA43A0-9292-4900-B0D1-45348E74106D}" type="parTrans" cxnId="{44AE6394-67D0-4AFF-A2D6-4F9D2005B810}">
      <dgm:prSet/>
      <dgm:spPr/>
      <dgm:t>
        <a:bodyPr/>
        <a:lstStyle/>
        <a:p>
          <a:endParaRPr lang="en-US"/>
        </a:p>
      </dgm:t>
    </dgm:pt>
    <dgm:pt modelId="{E7B62241-CA23-4F82-9C24-E77419E99345}" type="sibTrans" cxnId="{44AE6394-67D0-4AFF-A2D6-4F9D2005B810}">
      <dgm:prSet/>
      <dgm:spPr/>
      <dgm:t>
        <a:bodyPr/>
        <a:lstStyle/>
        <a:p>
          <a:endParaRPr lang="en-US"/>
        </a:p>
      </dgm:t>
    </dgm:pt>
    <dgm:pt modelId="{3941F1F2-5B9E-43E3-9651-2212EE3C52C7}">
      <dgm:prSet/>
      <dgm:spPr/>
      <dgm:t>
        <a:bodyPr/>
        <a:lstStyle/>
        <a:p>
          <a:r>
            <a:rPr lang="en-US" dirty="0"/>
            <a:t>pi = h * sum(total)</a:t>
          </a:r>
        </a:p>
      </dgm:t>
    </dgm:pt>
    <dgm:pt modelId="{617CCFA0-8317-4F1F-A246-18203549AFF7}" type="parTrans" cxnId="{C2EC24D9-C009-4D60-9739-43450461ED1E}">
      <dgm:prSet/>
      <dgm:spPr/>
      <dgm:t>
        <a:bodyPr/>
        <a:lstStyle/>
        <a:p>
          <a:endParaRPr lang="en-US"/>
        </a:p>
      </dgm:t>
    </dgm:pt>
    <dgm:pt modelId="{9B4383D3-C3B6-489C-B1E3-EC00AE1A9873}" type="sibTrans" cxnId="{C2EC24D9-C009-4D60-9739-43450461ED1E}">
      <dgm:prSet/>
      <dgm:spPr/>
      <dgm:t>
        <a:bodyPr/>
        <a:lstStyle/>
        <a:p>
          <a:endParaRPr lang="en-US"/>
        </a:p>
      </dgm:t>
    </dgm:pt>
    <dgm:pt modelId="{4D37B2F9-438B-4F0D-975A-949B3DAE7D19}" type="pres">
      <dgm:prSet presAssocID="{3ADB46B2-B0F6-4348-B2E7-087A3C893307}" presName="vert0" presStyleCnt="0">
        <dgm:presLayoutVars>
          <dgm:dir/>
          <dgm:animOne val="branch"/>
          <dgm:animLvl val="lvl"/>
        </dgm:presLayoutVars>
      </dgm:prSet>
      <dgm:spPr/>
    </dgm:pt>
    <dgm:pt modelId="{0DA19387-0776-494A-9E16-2C69C1E52828}" type="pres">
      <dgm:prSet presAssocID="{C9883CC5-345A-4673-AF04-FA10879B8EE5}" presName="thickLine" presStyleLbl="alignNode1" presStyleIdx="0" presStyleCnt="5"/>
      <dgm:spPr/>
    </dgm:pt>
    <dgm:pt modelId="{3FF3777A-BE14-44D6-ABF8-EB5DE0C62687}" type="pres">
      <dgm:prSet presAssocID="{C9883CC5-345A-4673-AF04-FA10879B8EE5}" presName="horz1" presStyleCnt="0"/>
      <dgm:spPr/>
    </dgm:pt>
    <dgm:pt modelId="{9D07F4ED-1A82-4AAE-B68D-F112169BD3F3}" type="pres">
      <dgm:prSet presAssocID="{C9883CC5-345A-4673-AF04-FA10879B8EE5}" presName="tx1" presStyleLbl="revTx" presStyleIdx="0" presStyleCnt="5"/>
      <dgm:spPr/>
    </dgm:pt>
    <dgm:pt modelId="{455DA970-6921-48D2-95A6-623CE3497AB9}" type="pres">
      <dgm:prSet presAssocID="{C9883CC5-345A-4673-AF04-FA10879B8EE5}" presName="vert1" presStyleCnt="0"/>
      <dgm:spPr/>
    </dgm:pt>
    <dgm:pt modelId="{A080662C-7902-46DE-8759-9EFDFA9400F0}" type="pres">
      <dgm:prSet presAssocID="{EF97DBFA-40BF-450D-BF0B-6DF474DED3DD}" presName="thickLine" presStyleLbl="alignNode1" presStyleIdx="1" presStyleCnt="5"/>
      <dgm:spPr/>
    </dgm:pt>
    <dgm:pt modelId="{0F45A516-5C43-4EDB-AE1E-491E6EC2E86D}" type="pres">
      <dgm:prSet presAssocID="{EF97DBFA-40BF-450D-BF0B-6DF474DED3DD}" presName="horz1" presStyleCnt="0"/>
      <dgm:spPr/>
    </dgm:pt>
    <dgm:pt modelId="{6EDAA043-0031-4906-9CA5-F3D32AD34E5D}" type="pres">
      <dgm:prSet presAssocID="{EF97DBFA-40BF-450D-BF0B-6DF474DED3DD}" presName="tx1" presStyleLbl="revTx" presStyleIdx="1" presStyleCnt="5"/>
      <dgm:spPr/>
    </dgm:pt>
    <dgm:pt modelId="{3CDC797D-DCF6-49D6-AD27-12381B5D7517}" type="pres">
      <dgm:prSet presAssocID="{EF97DBFA-40BF-450D-BF0B-6DF474DED3DD}" presName="vert1" presStyleCnt="0"/>
      <dgm:spPr/>
    </dgm:pt>
    <dgm:pt modelId="{41B0313D-4725-472A-AB8E-21F2623ED587}" type="pres">
      <dgm:prSet presAssocID="{CE3F40A3-C986-4EE8-8651-DD04FD56D50F}" presName="thickLine" presStyleLbl="alignNode1" presStyleIdx="2" presStyleCnt="5"/>
      <dgm:spPr/>
    </dgm:pt>
    <dgm:pt modelId="{7A573F24-129C-47AE-8ECC-F10B83A1203A}" type="pres">
      <dgm:prSet presAssocID="{CE3F40A3-C986-4EE8-8651-DD04FD56D50F}" presName="horz1" presStyleCnt="0"/>
      <dgm:spPr/>
    </dgm:pt>
    <dgm:pt modelId="{5F5CB020-A9F2-44B4-9218-9D4799C83E77}" type="pres">
      <dgm:prSet presAssocID="{CE3F40A3-C986-4EE8-8651-DD04FD56D50F}" presName="tx1" presStyleLbl="revTx" presStyleIdx="2" presStyleCnt="5"/>
      <dgm:spPr/>
    </dgm:pt>
    <dgm:pt modelId="{C58CB942-55DC-4728-9334-FB77E6E074AB}" type="pres">
      <dgm:prSet presAssocID="{CE3F40A3-C986-4EE8-8651-DD04FD56D50F}" presName="vert1" presStyleCnt="0"/>
      <dgm:spPr/>
    </dgm:pt>
    <dgm:pt modelId="{3572C721-CA59-4577-907D-7CF8BA3B6954}" type="pres">
      <dgm:prSet presAssocID="{21246E9F-B468-4DA1-B7DF-E39D21DFEA29}" presName="thickLine" presStyleLbl="alignNode1" presStyleIdx="3" presStyleCnt="5"/>
      <dgm:spPr/>
    </dgm:pt>
    <dgm:pt modelId="{13122F8D-BB0C-4A0A-A0D4-3966BBE5C55D}" type="pres">
      <dgm:prSet presAssocID="{21246E9F-B468-4DA1-B7DF-E39D21DFEA29}" presName="horz1" presStyleCnt="0"/>
      <dgm:spPr/>
    </dgm:pt>
    <dgm:pt modelId="{2FBB671B-4B44-4994-86C0-FCE3673AC0B1}" type="pres">
      <dgm:prSet presAssocID="{21246E9F-B468-4DA1-B7DF-E39D21DFEA29}" presName="tx1" presStyleLbl="revTx" presStyleIdx="3" presStyleCnt="5"/>
      <dgm:spPr/>
    </dgm:pt>
    <dgm:pt modelId="{35B49160-8197-47BD-8D58-810FE6335D09}" type="pres">
      <dgm:prSet presAssocID="{21246E9F-B468-4DA1-B7DF-E39D21DFEA29}" presName="vert1" presStyleCnt="0"/>
      <dgm:spPr/>
    </dgm:pt>
    <dgm:pt modelId="{99062CBE-4B2E-4D77-9FA5-B118F210A339}" type="pres">
      <dgm:prSet presAssocID="{3941F1F2-5B9E-43E3-9651-2212EE3C52C7}" presName="thickLine" presStyleLbl="alignNode1" presStyleIdx="4" presStyleCnt="5"/>
      <dgm:spPr/>
    </dgm:pt>
    <dgm:pt modelId="{E7BED5AA-6DE9-4A49-9FCA-30D3780BC5C5}" type="pres">
      <dgm:prSet presAssocID="{3941F1F2-5B9E-43E3-9651-2212EE3C52C7}" presName="horz1" presStyleCnt="0"/>
      <dgm:spPr/>
    </dgm:pt>
    <dgm:pt modelId="{8B4EF9C8-F664-4C2D-90B6-2ED44E1B01D3}" type="pres">
      <dgm:prSet presAssocID="{3941F1F2-5B9E-43E3-9651-2212EE3C52C7}" presName="tx1" presStyleLbl="revTx" presStyleIdx="4" presStyleCnt="5"/>
      <dgm:spPr/>
    </dgm:pt>
    <dgm:pt modelId="{BCC5A9CB-EC7A-46A8-9352-59E12325A716}" type="pres">
      <dgm:prSet presAssocID="{3941F1F2-5B9E-43E3-9651-2212EE3C52C7}" presName="vert1" presStyleCnt="0"/>
      <dgm:spPr/>
    </dgm:pt>
  </dgm:ptLst>
  <dgm:cxnLst>
    <dgm:cxn modelId="{6635D301-5395-41FC-8B56-AE38A6DE62AD}" srcId="{3ADB46B2-B0F6-4348-B2E7-087A3C893307}" destId="{EF97DBFA-40BF-450D-BF0B-6DF474DED3DD}" srcOrd="1" destOrd="0" parTransId="{19FC8C03-591C-4F13-88E6-25260CB5D783}" sibTransId="{9E806E30-4577-4A6F-8DB6-F26D54752013}"/>
    <dgm:cxn modelId="{86A8D506-55AC-4953-8BB3-740952D00544}" type="presOf" srcId="{3941F1F2-5B9E-43E3-9651-2212EE3C52C7}" destId="{8B4EF9C8-F664-4C2D-90B6-2ED44E1B01D3}" srcOrd="0" destOrd="0" presId="urn:microsoft.com/office/officeart/2008/layout/LinedList"/>
    <dgm:cxn modelId="{DDB81F70-BFD3-4CC7-B8D7-7C2494AE5205}" type="presOf" srcId="{EF97DBFA-40BF-450D-BF0B-6DF474DED3DD}" destId="{6EDAA043-0031-4906-9CA5-F3D32AD34E5D}" srcOrd="0" destOrd="0" presId="urn:microsoft.com/office/officeart/2008/layout/LinedList"/>
    <dgm:cxn modelId="{44F74573-EF11-4188-93C5-0625A029D59E}" type="presOf" srcId="{21246E9F-B468-4DA1-B7DF-E39D21DFEA29}" destId="{2FBB671B-4B44-4994-86C0-FCE3673AC0B1}" srcOrd="0" destOrd="0" presId="urn:microsoft.com/office/officeart/2008/layout/LinedList"/>
    <dgm:cxn modelId="{44AE6394-67D0-4AFF-A2D6-4F9D2005B810}" srcId="{3ADB46B2-B0F6-4348-B2E7-087A3C893307}" destId="{21246E9F-B468-4DA1-B7DF-E39D21DFEA29}" srcOrd="3" destOrd="0" parTransId="{72EA43A0-9292-4900-B0D1-45348E74106D}" sibTransId="{E7B62241-CA23-4F82-9C24-E77419E99345}"/>
    <dgm:cxn modelId="{1B6847AE-7D8E-45EF-9932-F799789AF288}" srcId="{3ADB46B2-B0F6-4348-B2E7-087A3C893307}" destId="{C9883CC5-345A-4673-AF04-FA10879B8EE5}" srcOrd="0" destOrd="0" parTransId="{82A34102-6FE5-49A7-B3D4-93A548A9E429}" sibTransId="{C2FDAA28-E6EE-4DA0-AD36-DA9A8FF5CF54}"/>
    <dgm:cxn modelId="{6ECC72AE-FB32-4804-9CCE-1DC97B3AEA09}" srcId="{3ADB46B2-B0F6-4348-B2E7-087A3C893307}" destId="{CE3F40A3-C986-4EE8-8651-DD04FD56D50F}" srcOrd="2" destOrd="0" parTransId="{0C4DC3BA-5686-4F7D-8F54-E70D9B30CBF6}" sibTransId="{96D8FDBF-0613-4F62-AF2F-0047A6487FB9}"/>
    <dgm:cxn modelId="{67C034B5-FC05-4543-9DF3-DD974A651037}" type="presOf" srcId="{C9883CC5-345A-4673-AF04-FA10879B8EE5}" destId="{9D07F4ED-1A82-4AAE-B68D-F112169BD3F3}" srcOrd="0" destOrd="0" presId="urn:microsoft.com/office/officeart/2008/layout/LinedList"/>
    <dgm:cxn modelId="{F14330CD-900E-423F-9723-25C62ADE98E4}" type="presOf" srcId="{3ADB46B2-B0F6-4348-B2E7-087A3C893307}" destId="{4D37B2F9-438B-4F0D-975A-949B3DAE7D19}" srcOrd="0" destOrd="0" presId="urn:microsoft.com/office/officeart/2008/layout/LinedList"/>
    <dgm:cxn modelId="{0FE868D2-E65A-4310-A72C-067D46F743E6}" type="presOf" srcId="{CE3F40A3-C986-4EE8-8651-DD04FD56D50F}" destId="{5F5CB020-A9F2-44B4-9218-9D4799C83E77}" srcOrd="0" destOrd="0" presId="urn:microsoft.com/office/officeart/2008/layout/LinedList"/>
    <dgm:cxn modelId="{C2EC24D9-C009-4D60-9739-43450461ED1E}" srcId="{3ADB46B2-B0F6-4348-B2E7-087A3C893307}" destId="{3941F1F2-5B9E-43E3-9651-2212EE3C52C7}" srcOrd="4" destOrd="0" parTransId="{617CCFA0-8317-4F1F-A246-18203549AFF7}" sibTransId="{9B4383D3-C3B6-489C-B1E3-EC00AE1A9873}"/>
    <dgm:cxn modelId="{96075B87-4286-4151-8AE9-0FFBCC08A79E}" type="presParOf" srcId="{4D37B2F9-438B-4F0D-975A-949B3DAE7D19}" destId="{0DA19387-0776-494A-9E16-2C69C1E52828}" srcOrd="0" destOrd="0" presId="urn:microsoft.com/office/officeart/2008/layout/LinedList"/>
    <dgm:cxn modelId="{DE6BF401-227B-4D66-8E53-CA6A5F5F8A52}" type="presParOf" srcId="{4D37B2F9-438B-4F0D-975A-949B3DAE7D19}" destId="{3FF3777A-BE14-44D6-ABF8-EB5DE0C62687}" srcOrd="1" destOrd="0" presId="urn:microsoft.com/office/officeart/2008/layout/LinedList"/>
    <dgm:cxn modelId="{FD76681E-5928-4560-BC76-AE7CD97B5FCB}" type="presParOf" srcId="{3FF3777A-BE14-44D6-ABF8-EB5DE0C62687}" destId="{9D07F4ED-1A82-4AAE-B68D-F112169BD3F3}" srcOrd="0" destOrd="0" presId="urn:microsoft.com/office/officeart/2008/layout/LinedList"/>
    <dgm:cxn modelId="{39DFAED2-3A96-4E21-928E-8EA362072C81}" type="presParOf" srcId="{3FF3777A-BE14-44D6-ABF8-EB5DE0C62687}" destId="{455DA970-6921-48D2-95A6-623CE3497AB9}" srcOrd="1" destOrd="0" presId="urn:microsoft.com/office/officeart/2008/layout/LinedList"/>
    <dgm:cxn modelId="{00FFA92A-61C2-4EC5-9AE4-1F26CECD538C}" type="presParOf" srcId="{4D37B2F9-438B-4F0D-975A-949B3DAE7D19}" destId="{A080662C-7902-46DE-8759-9EFDFA9400F0}" srcOrd="2" destOrd="0" presId="urn:microsoft.com/office/officeart/2008/layout/LinedList"/>
    <dgm:cxn modelId="{79B913E8-3B92-4C9C-8BC8-86FD220DD5F6}" type="presParOf" srcId="{4D37B2F9-438B-4F0D-975A-949B3DAE7D19}" destId="{0F45A516-5C43-4EDB-AE1E-491E6EC2E86D}" srcOrd="3" destOrd="0" presId="urn:microsoft.com/office/officeart/2008/layout/LinedList"/>
    <dgm:cxn modelId="{415F5120-571C-42EA-AFBF-E48E266F78CE}" type="presParOf" srcId="{0F45A516-5C43-4EDB-AE1E-491E6EC2E86D}" destId="{6EDAA043-0031-4906-9CA5-F3D32AD34E5D}" srcOrd="0" destOrd="0" presId="urn:microsoft.com/office/officeart/2008/layout/LinedList"/>
    <dgm:cxn modelId="{4CB4E068-D1FA-4151-B855-DD8365EE32C8}" type="presParOf" srcId="{0F45A516-5C43-4EDB-AE1E-491E6EC2E86D}" destId="{3CDC797D-DCF6-49D6-AD27-12381B5D7517}" srcOrd="1" destOrd="0" presId="urn:microsoft.com/office/officeart/2008/layout/LinedList"/>
    <dgm:cxn modelId="{7AFD77A8-8CA2-43D6-9F7A-FDB08D2007A8}" type="presParOf" srcId="{4D37B2F9-438B-4F0D-975A-949B3DAE7D19}" destId="{41B0313D-4725-472A-AB8E-21F2623ED587}" srcOrd="4" destOrd="0" presId="urn:microsoft.com/office/officeart/2008/layout/LinedList"/>
    <dgm:cxn modelId="{E4550C1A-18E1-4E01-B052-F6E0B9FE7E99}" type="presParOf" srcId="{4D37B2F9-438B-4F0D-975A-949B3DAE7D19}" destId="{7A573F24-129C-47AE-8ECC-F10B83A1203A}" srcOrd="5" destOrd="0" presId="urn:microsoft.com/office/officeart/2008/layout/LinedList"/>
    <dgm:cxn modelId="{A8CDEECE-67AA-407C-9B68-70CD5EFD0367}" type="presParOf" srcId="{7A573F24-129C-47AE-8ECC-F10B83A1203A}" destId="{5F5CB020-A9F2-44B4-9218-9D4799C83E77}" srcOrd="0" destOrd="0" presId="urn:microsoft.com/office/officeart/2008/layout/LinedList"/>
    <dgm:cxn modelId="{2C66B4F6-02DF-4158-AA4C-F3162FF4CFB2}" type="presParOf" srcId="{7A573F24-129C-47AE-8ECC-F10B83A1203A}" destId="{C58CB942-55DC-4728-9334-FB77E6E074AB}" srcOrd="1" destOrd="0" presId="urn:microsoft.com/office/officeart/2008/layout/LinedList"/>
    <dgm:cxn modelId="{CA11A93C-4119-4096-AF44-4C19290C6B48}" type="presParOf" srcId="{4D37B2F9-438B-4F0D-975A-949B3DAE7D19}" destId="{3572C721-CA59-4577-907D-7CF8BA3B6954}" srcOrd="6" destOrd="0" presId="urn:microsoft.com/office/officeart/2008/layout/LinedList"/>
    <dgm:cxn modelId="{39DB1F6C-4ED4-46AC-8076-6D5ADB47BADF}" type="presParOf" srcId="{4D37B2F9-438B-4F0D-975A-949B3DAE7D19}" destId="{13122F8D-BB0C-4A0A-A0D4-3966BBE5C55D}" srcOrd="7" destOrd="0" presId="urn:microsoft.com/office/officeart/2008/layout/LinedList"/>
    <dgm:cxn modelId="{961E66C7-C2B7-4E41-9FB5-609EDE14BE70}" type="presParOf" srcId="{13122F8D-BB0C-4A0A-A0D4-3966BBE5C55D}" destId="{2FBB671B-4B44-4994-86C0-FCE3673AC0B1}" srcOrd="0" destOrd="0" presId="urn:microsoft.com/office/officeart/2008/layout/LinedList"/>
    <dgm:cxn modelId="{EED2073C-3D40-4998-B717-BE49C9CE1035}" type="presParOf" srcId="{13122F8D-BB0C-4A0A-A0D4-3966BBE5C55D}" destId="{35B49160-8197-47BD-8D58-810FE6335D09}" srcOrd="1" destOrd="0" presId="urn:microsoft.com/office/officeart/2008/layout/LinedList"/>
    <dgm:cxn modelId="{7412A41B-DBE0-46B9-B598-10C5E863B275}" type="presParOf" srcId="{4D37B2F9-438B-4F0D-975A-949B3DAE7D19}" destId="{99062CBE-4B2E-4D77-9FA5-B118F210A339}" srcOrd="8" destOrd="0" presId="urn:microsoft.com/office/officeart/2008/layout/LinedList"/>
    <dgm:cxn modelId="{659ABC19-63DF-42D2-B86D-A0D0C14A9006}" type="presParOf" srcId="{4D37B2F9-438B-4F0D-975A-949B3DAE7D19}" destId="{E7BED5AA-6DE9-4A49-9FCA-30D3780BC5C5}" srcOrd="9" destOrd="0" presId="urn:microsoft.com/office/officeart/2008/layout/LinedList"/>
    <dgm:cxn modelId="{69C46C4B-2EBE-47E7-995F-EF3D0664E330}" type="presParOf" srcId="{E7BED5AA-6DE9-4A49-9FCA-30D3780BC5C5}" destId="{8B4EF9C8-F664-4C2D-90B6-2ED44E1B01D3}" srcOrd="0" destOrd="0" presId="urn:microsoft.com/office/officeart/2008/layout/LinedList"/>
    <dgm:cxn modelId="{2498BCB1-05D9-4FD3-8D58-D420B75966F3}" type="presParOf" srcId="{E7BED5AA-6DE9-4A49-9FCA-30D3780BC5C5}" destId="{BCC5A9CB-EC7A-46A8-9352-59E12325A7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B825A7-2515-4F1B-9587-3BB4B8FB629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EA868A-84F3-409C-A70B-AC4336DA092A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reserva</a:t>
          </a:r>
          <a:r>
            <a:rPr lang="en-US" dirty="0"/>
            <a:t> </a:t>
          </a:r>
          <a:r>
            <a:rPr lang="en-US" dirty="0" err="1"/>
            <a:t>arreglo</a:t>
          </a:r>
          <a:r>
            <a:rPr lang="en-US" dirty="0"/>
            <a:t> de </a:t>
          </a:r>
          <a:r>
            <a:rPr lang="en-US" dirty="0" err="1"/>
            <a:t>tamaño</a:t>
          </a:r>
          <a:r>
            <a:rPr lang="en-US" dirty="0"/>
            <a:t> N</a:t>
          </a:r>
        </a:p>
      </dgm:t>
    </dgm:pt>
    <dgm:pt modelId="{D6FBE031-3E78-481D-AC50-49F3CE0EC12C}" type="parTrans" cxnId="{782BCFBC-352D-4A82-8E77-7890A56F9451}">
      <dgm:prSet/>
      <dgm:spPr/>
      <dgm:t>
        <a:bodyPr/>
        <a:lstStyle/>
        <a:p>
          <a:endParaRPr lang="en-US"/>
        </a:p>
      </dgm:t>
    </dgm:pt>
    <dgm:pt modelId="{00D34A1C-AF70-4D13-B2BE-A9B7DE4430DE}" type="sibTrans" cxnId="{782BCFBC-352D-4A82-8E77-7890A56F9451}">
      <dgm:prSet/>
      <dgm:spPr/>
      <dgm:t>
        <a:bodyPr/>
        <a:lstStyle/>
        <a:p>
          <a:endParaRPr lang="en-US"/>
        </a:p>
      </dgm:t>
    </dgm:pt>
    <dgm:pt modelId="{A1418304-D690-4DDE-A921-84999C8B2687}">
      <dgm:prSet/>
      <dgm:spPr/>
      <dgm:t>
        <a:bodyPr/>
        <a:lstStyle/>
        <a:p>
          <a:r>
            <a:rPr lang="en-US" dirty="0"/>
            <a:t>Se </a:t>
          </a:r>
          <a:r>
            <a:rPr lang="en-US" dirty="0" err="1"/>
            <a:t>pasa</a:t>
          </a:r>
          <a:r>
            <a:rPr lang="en-US" dirty="0"/>
            <a:t> struct con </a:t>
          </a:r>
          <a:r>
            <a:rPr lang="en-US" dirty="0" err="1"/>
            <a:t>puntero</a:t>
          </a:r>
          <a:r>
            <a:rPr lang="en-US" dirty="0"/>
            <a:t> + N al </a:t>
          </a:r>
          <a:r>
            <a:rPr lang="en-US" dirty="0" err="1"/>
            <a:t>hilo</a:t>
          </a:r>
          <a:endParaRPr lang="en-US" dirty="0"/>
        </a:p>
      </dgm:t>
    </dgm:pt>
    <dgm:pt modelId="{59E28C3E-B982-4666-9BC0-AC6B746CA408}" type="parTrans" cxnId="{D595B115-E46A-41A9-AF2A-0B590F77B6F6}">
      <dgm:prSet/>
      <dgm:spPr/>
      <dgm:t>
        <a:bodyPr/>
        <a:lstStyle/>
        <a:p>
          <a:endParaRPr lang="en-US"/>
        </a:p>
      </dgm:t>
    </dgm:pt>
    <dgm:pt modelId="{97983C4F-4FE9-419E-B9D0-D924EE0AC983}" type="sibTrans" cxnId="{D595B115-E46A-41A9-AF2A-0B590F77B6F6}">
      <dgm:prSet/>
      <dgm:spPr/>
      <dgm:t>
        <a:bodyPr/>
        <a:lstStyle/>
        <a:p>
          <a:endParaRPr lang="en-US"/>
        </a:p>
      </dgm:t>
    </dgm:pt>
    <dgm:pt modelId="{320F89AC-47DC-47C0-BA74-6AED450FB735}">
      <dgm:prSet/>
      <dgm:spPr/>
      <dgm:t>
        <a:bodyPr/>
        <a:lstStyle/>
        <a:p>
          <a:r>
            <a:rPr lang="en-US" dirty="0"/>
            <a:t>El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calcula</a:t>
          </a:r>
          <a:r>
            <a:rPr lang="en-US" dirty="0"/>
            <a:t> la </a:t>
          </a:r>
          <a:r>
            <a:rPr lang="en-US" dirty="0" err="1"/>
            <a:t>secuencia</a:t>
          </a:r>
          <a:endParaRPr lang="en-US" dirty="0"/>
        </a:p>
      </dgm:t>
    </dgm:pt>
    <dgm:pt modelId="{6FF1ED18-29CF-401C-83FA-1E48F728D728}" type="parTrans" cxnId="{B0A383D5-8018-4324-BEF8-2E539CC3209A}">
      <dgm:prSet/>
      <dgm:spPr/>
      <dgm:t>
        <a:bodyPr/>
        <a:lstStyle/>
        <a:p>
          <a:endParaRPr lang="en-US"/>
        </a:p>
      </dgm:t>
    </dgm:pt>
    <dgm:pt modelId="{23B029B1-CAE3-4FB2-8E75-40C64DB45456}" type="sibTrans" cxnId="{B0A383D5-8018-4324-BEF8-2E539CC3209A}">
      <dgm:prSet/>
      <dgm:spPr/>
      <dgm:t>
        <a:bodyPr/>
        <a:lstStyle/>
        <a:p>
          <a:endParaRPr lang="en-US"/>
        </a:p>
      </dgm:t>
    </dgm:pt>
    <dgm:pt modelId="{0CB5E893-F50E-464C-B450-65B2997968AA}">
      <dgm:prSet/>
      <dgm:spPr/>
      <dgm:t>
        <a:bodyPr/>
        <a:lstStyle/>
        <a:p>
          <a:r>
            <a:rPr lang="en-US" dirty="0" err="1"/>
            <a:t>pthread_join</a:t>
          </a:r>
          <a:r>
            <a:rPr lang="en-US" dirty="0"/>
            <a:t> </a:t>
          </a:r>
          <a:r>
            <a:rPr lang="en-US" dirty="0" err="1"/>
            <a:t>garantiza</a:t>
          </a:r>
          <a:r>
            <a:rPr lang="en-US" dirty="0"/>
            <a:t> </a:t>
          </a:r>
          <a:r>
            <a:rPr lang="en-US" dirty="0" err="1"/>
            <a:t>sincronización</a:t>
          </a:r>
          <a:endParaRPr lang="en-US" dirty="0"/>
        </a:p>
      </dgm:t>
    </dgm:pt>
    <dgm:pt modelId="{C0521467-28A0-4F0D-9E36-D1D27112F1D0}" type="parTrans" cxnId="{F32329D5-55F9-43CF-BA5E-E9EDB4CA3532}">
      <dgm:prSet/>
      <dgm:spPr/>
      <dgm:t>
        <a:bodyPr/>
        <a:lstStyle/>
        <a:p>
          <a:endParaRPr lang="en-US"/>
        </a:p>
      </dgm:t>
    </dgm:pt>
    <dgm:pt modelId="{4EF84BAA-559F-439C-A675-EC7DD6E0AFBC}" type="sibTrans" cxnId="{F32329D5-55F9-43CF-BA5E-E9EDB4CA3532}">
      <dgm:prSet/>
      <dgm:spPr/>
      <dgm:t>
        <a:bodyPr/>
        <a:lstStyle/>
        <a:p>
          <a:endParaRPr lang="en-US"/>
        </a:p>
      </dgm:t>
    </dgm:pt>
    <dgm:pt modelId="{77995335-83C9-4E7A-BB11-708CD0D94356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imprime</a:t>
          </a:r>
          <a:r>
            <a:rPr lang="en-US" dirty="0"/>
            <a:t> </a:t>
          </a:r>
          <a:r>
            <a:rPr lang="en-US" dirty="0" err="1"/>
            <a:t>resultados</a:t>
          </a:r>
          <a:endParaRPr lang="en-US" dirty="0"/>
        </a:p>
      </dgm:t>
    </dgm:pt>
    <dgm:pt modelId="{11D99004-807F-4BCA-B004-02EE40AD47C1}" type="parTrans" cxnId="{E5FD2C0B-9397-46A4-A2CE-4FCFD9659D94}">
      <dgm:prSet/>
      <dgm:spPr/>
      <dgm:t>
        <a:bodyPr/>
        <a:lstStyle/>
        <a:p>
          <a:endParaRPr lang="en-US"/>
        </a:p>
      </dgm:t>
    </dgm:pt>
    <dgm:pt modelId="{74BEE1E1-5383-4767-BC39-2CD622FA0E05}" type="sibTrans" cxnId="{E5FD2C0B-9397-46A4-A2CE-4FCFD9659D94}">
      <dgm:prSet/>
      <dgm:spPr/>
      <dgm:t>
        <a:bodyPr/>
        <a:lstStyle/>
        <a:p>
          <a:endParaRPr lang="en-US"/>
        </a:p>
      </dgm:t>
    </dgm:pt>
    <dgm:pt modelId="{32CA699B-698C-493F-B49F-93EDF198AA6E}" type="pres">
      <dgm:prSet presAssocID="{E7B825A7-2515-4F1B-9587-3BB4B8FB6293}" presName="linear" presStyleCnt="0">
        <dgm:presLayoutVars>
          <dgm:animLvl val="lvl"/>
          <dgm:resizeHandles val="exact"/>
        </dgm:presLayoutVars>
      </dgm:prSet>
      <dgm:spPr/>
    </dgm:pt>
    <dgm:pt modelId="{A554CE33-7A9E-4453-BE92-7B2844B47C4E}" type="pres">
      <dgm:prSet presAssocID="{87EA868A-84F3-409C-A70B-AC4336DA092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D6A483-1EE4-4C0F-9DF4-C9BE988CBE36}" type="pres">
      <dgm:prSet presAssocID="{00D34A1C-AF70-4D13-B2BE-A9B7DE4430DE}" presName="spacer" presStyleCnt="0"/>
      <dgm:spPr/>
    </dgm:pt>
    <dgm:pt modelId="{E701AE60-D32E-4CD1-859E-70054D168D03}" type="pres">
      <dgm:prSet presAssocID="{A1418304-D690-4DDE-A921-84999C8B268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5D2F3FF-D787-40DB-8D2C-420EF417A507}" type="pres">
      <dgm:prSet presAssocID="{97983C4F-4FE9-419E-B9D0-D924EE0AC983}" presName="spacer" presStyleCnt="0"/>
      <dgm:spPr/>
    </dgm:pt>
    <dgm:pt modelId="{19CDC7E7-6292-41B6-A241-0603CFCEC5F4}" type="pres">
      <dgm:prSet presAssocID="{320F89AC-47DC-47C0-BA74-6AED450FB73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8E9DBF0-872F-4826-AB6A-9975D286B4A3}" type="pres">
      <dgm:prSet presAssocID="{23B029B1-CAE3-4FB2-8E75-40C64DB45456}" presName="spacer" presStyleCnt="0"/>
      <dgm:spPr/>
    </dgm:pt>
    <dgm:pt modelId="{8F27A8A9-52E1-4551-9C40-EAC4F93868BF}" type="pres">
      <dgm:prSet presAssocID="{0CB5E893-F50E-464C-B450-65B2997968A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6355B14-EA99-4DE9-B5D5-F8DB17C25FD5}" type="pres">
      <dgm:prSet presAssocID="{4EF84BAA-559F-439C-A675-EC7DD6E0AFBC}" presName="spacer" presStyleCnt="0"/>
      <dgm:spPr/>
    </dgm:pt>
    <dgm:pt modelId="{E4BD03CF-CEF2-4D04-83A1-37062898FF89}" type="pres">
      <dgm:prSet presAssocID="{77995335-83C9-4E7A-BB11-708CD0D9435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FD2C0B-9397-46A4-A2CE-4FCFD9659D94}" srcId="{E7B825A7-2515-4F1B-9587-3BB4B8FB6293}" destId="{77995335-83C9-4E7A-BB11-708CD0D94356}" srcOrd="4" destOrd="0" parTransId="{11D99004-807F-4BCA-B004-02EE40AD47C1}" sibTransId="{74BEE1E1-5383-4767-BC39-2CD622FA0E05}"/>
    <dgm:cxn modelId="{D595B115-E46A-41A9-AF2A-0B590F77B6F6}" srcId="{E7B825A7-2515-4F1B-9587-3BB4B8FB6293}" destId="{A1418304-D690-4DDE-A921-84999C8B2687}" srcOrd="1" destOrd="0" parTransId="{59E28C3E-B982-4666-9BC0-AC6B746CA408}" sibTransId="{97983C4F-4FE9-419E-B9D0-D924EE0AC983}"/>
    <dgm:cxn modelId="{325CD719-6A72-4C60-8530-85EF31A9A9F7}" type="presOf" srcId="{87EA868A-84F3-409C-A70B-AC4336DA092A}" destId="{A554CE33-7A9E-4453-BE92-7B2844B47C4E}" srcOrd="0" destOrd="0" presId="urn:microsoft.com/office/officeart/2005/8/layout/vList2"/>
    <dgm:cxn modelId="{B1F5F42A-2899-4928-A451-64740BF5D30B}" type="presOf" srcId="{320F89AC-47DC-47C0-BA74-6AED450FB735}" destId="{19CDC7E7-6292-41B6-A241-0603CFCEC5F4}" srcOrd="0" destOrd="0" presId="urn:microsoft.com/office/officeart/2005/8/layout/vList2"/>
    <dgm:cxn modelId="{78DD8E64-BA86-41B8-B771-22848547846E}" type="presOf" srcId="{0CB5E893-F50E-464C-B450-65B2997968AA}" destId="{8F27A8A9-52E1-4551-9C40-EAC4F93868BF}" srcOrd="0" destOrd="0" presId="urn:microsoft.com/office/officeart/2005/8/layout/vList2"/>
    <dgm:cxn modelId="{1E6BBB6F-FF1A-42AA-9311-0803CA4F28E3}" type="presOf" srcId="{A1418304-D690-4DDE-A921-84999C8B2687}" destId="{E701AE60-D32E-4CD1-859E-70054D168D03}" srcOrd="0" destOrd="0" presId="urn:microsoft.com/office/officeart/2005/8/layout/vList2"/>
    <dgm:cxn modelId="{BE70D1B1-34CC-4426-BCE6-6A8C84D0232F}" type="presOf" srcId="{77995335-83C9-4E7A-BB11-708CD0D94356}" destId="{E4BD03CF-CEF2-4D04-83A1-37062898FF89}" srcOrd="0" destOrd="0" presId="urn:microsoft.com/office/officeart/2005/8/layout/vList2"/>
    <dgm:cxn modelId="{782BCFBC-352D-4A82-8E77-7890A56F9451}" srcId="{E7B825A7-2515-4F1B-9587-3BB4B8FB6293}" destId="{87EA868A-84F3-409C-A70B-AC4336DA092A}" srcOrd="0" destOrd="0" parTransId="{D6FBE031-3E78-481D-AC50-49F3CE0EC12C}" sibTransId="{00D34A1C-AF70-4D13-B2BE-A9B7DE4430DE}"/>
    <dgm:cxn modelId="{286A03C6-4D11-45A9-8C4C-854B8B8463F1}" type="presOf" srcId="{E7B825A7-2515-4F1B-9587-3BB4B8FB6293}" destId="{32CA699B-698C-493F-B49F-93EDF198AA6E}" srcOrd="0" destOrd="0" presId="urn:microsoft.com/office/officeart/2005/8/layout/vList2"/>
    <dgm:cxn modelId="{F32329D5-55F9-43CF-BA5E-E9EDB4CA3532}" srcId="{E7B825A7-2515-4F1B-9587-3BB4B8FB6293}" destId="{0CB5E893-F50E-464C-B450-65B2997968AA}" srcOrd="3" destOrd="0" parTransId="{C0521467-28A0-4F0D-9E36-D1D27112F1D0}" sibTransId="{4EF84BAA-559F-439C-A675-EC7DD6E0AFBC}"/>
    <dgm:cxn modelId="{B0A383D5-8018-4324-BEF8-2E539CC3209A}" srcId="{E7B825A7-2515-4F1B-9587-3BB4B8FB6293}" destId="{320F89AC-47DC-47C0-BA74-6AED450FB735}" srcOrd="2" destOrd="0" parTransId="{6FF1ED18-29CF-401C-83FA-1E48F728D728}" sibTransId="{23B029B1-CAE3-4FB2-8E75-40C64DB45456}"/>
    <dgm:cxn modelId="{67BDE315-47FA-4A91-A424-3A868CC5042E}" type="presParOf" srcId="{32CA699B-698C-493F-B49F-93EDF198AA6E}" destId="{A554CE33-7A9E-4453-BE92-7B2844B47C4E}" srcOrd="0" destOrd="0" presId="urn:microsoft.com/office/officeart/2005/8/layout/vList2"/>
    <dgm:cxn modelId="{C314494A-6043-4CE1-9B05-A444FD6D48F5}" type="presParOf" srcId="{32CA699B-698C-493F-B49F-93EDF198AA6E}" destId="{0ED6A483-1EE4-4C0F-9DF4-C9BE988CBE36}" srcOrd="1" destOrd="0" presId="urn:microsoft.com/office/officeart/2005/8/layout/vList2"/>
    <dgm:cxn modelId="{27ACC0F8-4B7A-4E82-9E70-A16CD88FFF1D}" type="presParOf" srcId="{32CA699B-698C-493F-B49F-93EDF198AA6E}" destId="{E701AE60-D32E-4CD1-859E-70054D168D03}" srcOrd="2" destOrd="0" presId="urn:microsoft.com/office/officeart/2005/8/layout/vList2"/>
    <dgm:cxn modelId="{FCB67DEB-3BA2-4D53-B889-704156BD68C0}" type="presParOf" srcId="{32CA699B-698C-493F-B49F-93EDF198AA6E}" destId="{35D2F3FF-D787-40DB-8D2C-420EF417A507}" srcOrd="3" destOrd="0" presId="urn:microsoft.com/office/officeart/2005/8/layout/vList2"/>
    <dgm:cxn modelId="{3FC5C043-E9C5-4515-9547-9FD304E0B618}" type="presParOf" srcId="{32CA699B-698C-493F-B49F-93EDF198AA6E}" destId="{19CDC7E7-6292-41B6-A241-0603CFCEC5F4}" srcOrd="4" destOrd="0" presId="urn:microsoft.com/office/officeart/2005/8/layout/vList2"/>
    <dgm:cxn modelId="{3EDD94DE-B29F-4B44-9EAB-8D850E4DCF86}" type="presParOf" srcId="{32CA699B-698C-493F-B49F-93EDF198AA6E}" destId="{58E9DBF0-872F-4826-AB6A-9975D286B4A3}" srcOrd="5" destOrd="0" presId="urn:microsoft.com/office/officeart/2005/8/layout/vList2"/>
    <dgm:cxn modelId="{A9EC478D-B86D-4854-8ABD-6DC908B67D4D}" type="presParOf" srcId="{32CA699B-698C-493F-B49F-93EDF198AA6E}" destId="{8F27A8A9-52E1-4551-9C40-EAC4F93868BF}" srcOrd="6" destOrd="0" presId="urn:microsoft.com/office/officeart/2005/8/layout/vList2"/>
    <dgm:cxn modelId="{5EEB7031-E017-483F-A5E2-0303D2D703DF}" type="presParOf" srcId="{32CA699B-698C-493F-B49F-93EDF198AA6E}" destId="{D6355B14-EA99-4DE9-B5D5-F8DB17C25FD5}" srcOrd="7" destOrd="0" presId="urn:microsoft.com/office/officeart/2005/8/layout/vList2"/>
    <dgm:cxn modelId="{B0DF6242-F69B-4763-8896-FCBD7C96B13E}" type="presParOf" srcId="{32CA699B-698C-493F-B49F-93EDF198AA6E}" destId="{E4BD03CF-CEF2-4D04-83A1-37062898FF8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30695C-FFC0-4013-B1AB-DCE906F2BC1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CA6F00-3F9F-4BE3-990D-0D7146570E37}">
      <dgm:prSet/>
      <dgm:spPr/>
      <dgm:t>
        <a:bodyPr/>
        <a:lstStyle/>
        <a:p>
          <a:r>
            <a:rPr lang="en-US"/>
            <a:t>- Se midió Ts = tiempo serial</a:t>
          </a:r>
        </a:p>
      </dgm:t>
    </dgm:pt>
    <dgm:pt modelId="{2BBBDE31-D2E8-41B7-9C66-4A8C183178ED}" type="parTrans" cxnId="{C5007E2D-71C1-4639-8556-376E9F3FDEFE}">
      <dgm:prSet/>
      <dgm:spPr/>
      <dgm:t>
        <a:bodyPr/>
        <a:lstStyle/>
        <a:p>
          <a:endParaRPr lang="en-US"/>
        </a:p>
      </dgm:t>
    </dgm:pt>
    <dgm:pt modelId="{4D5B1281-989F-4322-B67D-93243017E0D3}" type="sibTrans" cxnId="{C5007E2D-71C1-4639-8556-376E9F3FDEFE}">
      <dgm:prSet/>
      <dgm:spPr/>
      <dgm:t>
        <a:bodyPr/>
        <a:lstStyle/>
        <a:p>
          <a:endParaRPr lang="en-US"/>
        </a:p>
      </dgm:t>
    </dgm:pt>
    <dgm:pt modelId="{441BAA34-2C78-406F-975C-50170749D04B}">
      <dgm:prSet/>
      <dgm:spPr/>
      <dgm:t>
        <a:bodyPr/>
        <a:lstStyle/>
        <a:p>
          <a:r>
            <a:rPr lang="en-US"/>
            <a:t>- Se midió Tp(N) para N = 1,2,4,8,16,32,48</a:t>
          </a:r>
        </a:p>
      </dgm:t>
    </dgm:pt>
    <dgm:pt modelId="{60465D5C-CAF5-4166-B7E7-687EE515938D}" type="parTrans" cxnId="{1DFE814F-54B7-48CF-A6C8-39ED05F1CF20}">
      <dgm:prSet/>
      <dgm:spPr/>
      <dgm:t>
        <a:bodyPr/>
        <a:lstStyle/>
        <a:p>
          <a:endParaRPr lang="en-US"/>
        </a:p>
      </dgm:t>
    </dgm:pt>
    <dgm:pt modelId="{2CDA5EEC-9A8A-48D4-B332-9E3265682057}" type="sibTrans" cxnId="{1DFE814F-54B7-48CF-A6C8-39ED05F1CF20}">
      <dgm:prSet/>
      <dgm:spPr/>
      <dgm:t>
        <a:bodyPr/>
        <a:lstStyle/>
        <a:p>
          <a:endParaRPr lang="en-US"/>
        </a:p>
      </dgm:t>
    </dgm:pt>
    <dgm:pt modelId="{C3DA9941-7B17-4953-941A-ED23FF285057}">
      <dgm:prSet/>
      <dgm:spPr/>
      <dgm:t>
        <a:bodyPr/>
        <a:lstStyle/>
        <a:p>
          <a:r>
            <a:rPr lang="en-US"/>
            <a:t>- Speedup = Ts/Tp</a:t>
          </a:r>
        </a:p>
      </dgm:t>
    </dgm:pt>
    <dgm:pt modelId="{CBA374F4-EF68-4AF1-8103-5C94F25BF0EC}" type="parTrans" cxnId="{0133EDCA-1C99-4382-9FB6-D74ADC86CDE2}">
      <dgm:prSet/>
      <dgm:spPr/>
      <dgm:t>
        <a:bodyPr/>
        <a:lstStyle/>
        <a:p>
          <a:endParaRPr lang="en-US"/>
        </a:p>
      </dgm:t>
    </dgm:pt>
    <dgm:pt modelId="{C6DCD418-3B61-4C5F-8570-DB4D49DAAC3D}" type="sibTrans" cxnId="{0133EDCA-1C99-4382-9FB6-D74ADC86CDE2}">
      <dgm:prSet/>
      <dgm:spPr/>
      <dgm:t>
        <a:bodyPr/>
        <a:lstStyle/>
        <a:p>
          <a:endParaRPr lang="en-US"/>
        </a:p>
      </dgm:t>
    </dgm:pt>
    <dgm:pt modelId="{1D99D6A5-DE84-48D2-A4A0-0A42F21A99D1}">
      <dgm:prSet/>
      <dgm:spPr/>
      <dgm:t>
        <a:bodyPr/>
        <a:lstStyle/>
        <a:p>
          <a:r>
            <a:rPr lang="en-US"/>
            <a:t>- Eficiencia = Speedup/N</a:t>
          </a:r>
        </a:p>
      </dgm:t>
    </dgm:pt>
    <dgm:pt modelId="{486355C2-465D-4967-84DD-86A20682D107}" type="parTrans" cxnId="{EF139E36-FF63-479D-B5DF-B3C4BDF7860F}">
      <dgm:prSet/>
      <dgm:spPr/>
      <dgm:t>
        <a:bodyPr/>
        <a:lstStyle/>
        <a:p>
          <a:endParaRPr lang="en-US"/>
        </a:p>
      </dgm:t>
    </dgm:pt>
    <dgm:pt modelId="{87AE6D4D-AB38-4186-87EC-4DA7323D4E97}" type="sibTrans" cxnId="{EF139E36-FF63-479D-B5DF-B3C4BDF7860F}">
      <dgm:prSet/>
      <dgm:spPr/>
      <dgm:t>
        <a:bodyPr/>
        <a:lstStyle/>
        <a:p>
          <a:endParaRPr lang="en-US"/>
        </a:p>
      </dgm:t>
    </dgm:pt>
    <dgm:pt modelId="{4E938B9E-A5C2-4AFD-8E3E-606212F9065F}">
      <dgm:prSet/>
      <dgm:spPr/>
      <dgm:t>
        <a:bodyPr/>
        <a:lstStyle/>
        <a:p>
          <a:r>
            <a:rPr lang="en-US"/>
            <a:t>- Gráficas incluidas en el informe</a:t>
          </a:r>
        </a:p>
      </dgm:t>
    </dgm:pt>
    <dgm:pt modelId="{B021FA8C-39CF-4E89-A412-1A7398DFC258}" type="parTrans" cxnId="{0FB9494A-6882-4ADF-B46F-3936E7B69664}">
      <dgm:prSet/>
      <dgm:spPr/>
      <dgm:t>
        <a:bodyPr/>
        <a:lstStyle/>
        <a:p>
          <a:endParaRPr lang="en-US"/>
        </a:p>
      </dgm:t>
    </dgm:pt>
    <dgm:pt modelId="{CF981DDD-2DED-4BFE-86C1-840B23745F3E}" type="sibTrans" cxnId="{0FB9494A-6882-4ADF-B46F-3936E7B69664}">
      <dgm:prSet/>
      <dgm:spPr/>
      <dgm:t>
        <a:bodyPr/>
        <a:lstStyle/>
        <a:p>
          <a:endParaRPr lang="en-US"/>
        </a:p>
      </dgm:t>
    </dgm:pt>
    <dgm:pt modelId="{D91EF3B8-823C-4579-A62F-8F0013B6BB96}" type="pres">
      <dgm:prSet presAssocID="{3230695C-FFC0-4013-B1AB-DCE906F2BC18}" presName="linear" presStyleCnt="0">
        <dgm:presLayoutVars>
          <dgm:animLvl val="lvl"/>
          <dgm:resizeHandles val="exact"/>
        </dgm:presLayoutVars>
      </dgm:prSet>
      <dgm:spPr/>
    </dgm:pt>
    <dgm:pt modelId="{F2EBA3E8-7434-4719-B025-6057FEE53067}" type="pres">
      <dgm:prSet presAssocID="{69CA6F00-3F9F-4BE3-990D-0D7146570E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A3B0243-1ECE-45AA-BF23-CA4B105C109F}" type="pres">
      <dgm:prSet presAssocID="{4D5B1281-989F-4322-B67D-93243017E0D3}" presName="spacer" presStyleCnt="0"/>
      <dgm:spPr/>
    </dgm:pt>
    <dgm:pt modelId="{CE2F4DED-EF92-4F7B-8DDF-2B2A9ADAC729}" type="pres">
      <dgm:prSet presAssocID="{441BAA34-2C78-406F-975C-50170749D0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DE3817C-DABF-4A76-AAAA-4C17C4AF2ED4}" type="pres">
      <dgm:prSet presAssocID="{2CDA5EEC-9A8A-48D4-B332-9E3265682057}" presName="spacer" presStyleCnt="0"/>
      <dgm:spPr/>
    </dgm:pt>
    <dgm:pt modelId="{C618521B-8973-49F1-8DF2-E672C4A1EDC5}" type="pres">
      <dgm:prSet presAssocID="{C3DA9941-7B17-4953-941A-ED23FF2850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6EF75ED-433E-4B8A-8D91-30F71BB48528}" type="pres">
      <dgm:prSet presAssocID="{C6DCD418-3B61-4C5F-8570-DB4D49DAAC3D}" presName="spacer" presStyleCnt="0"/>
      <dgm:spPr/>
    </dgm:pt>
    <dgm:pt modelId="{BEA44987-1C42-4CE0-A740-C53D37B3C72F}" type="pres">
      <dgm:prSet presAssocID="{1D99D6A5-DE84-48D2-A4A0-0A42F21A99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447D04-E2D2-4050-9C78-7CA3D7BB49BB}" type="pres">
      <dgm:prSet presAssocID="{87AE6D4D-AB38-4186-87EC-4DA7323D4E97}" presName="spacer" presStyleCnt="0"/>
      <dgm:spPr/>
    </dgm:pt>
    <dgm:pt modelId="{BE3F148A-316B-4948-A1D5-EB9184FB34EA}" type="pres">
      <dgm:prSet presAssocID="{4E938B9E-A5C2-4AFD-8E3E-606212F9065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546C504-6BBF-4F2A-B4BB-9A934579EBB4}" type="presOf" srcId="{3230695C-FFC0-4013-B1AB-DCE906F2BC18}" destId="{D91EF3B8-823C-4579-A62F-8F0013B6BB96}" srcOrd="0" destOrd="0" presId="urn:microsoft.com/office/officeart/2005/8/layout/vList2"/>
    <dgm:cxn modelId="{C5007E2D-71C1-4639-8556-376E9F3FDEFE}" srcId="{3230695C-FFC0-4013-B1AB-DCE906F2BC18}" destId="{69CA6F00-3F9F-4BE3-990D-0D7146570E37}" srcOrd="0" destOrd="0" parTransId="{2BBBDE31-D2E8-41B7-9C66-4A8C183178ED}" sibTransId="{4D5B1281-989F-4322-B67D-93243017E0D3}"/>
    <dgm:cxn modelId="{713C672E-3474-4BB5-828A-EE19D6B6A986}" type="presOf" srcId="{441BAA34-2C78-406F-975C-50170749D04B}" destId="{CE2F4DED-EF92-4F7B-8DDF-2B2A9ADAC729}" srcOrd="0" destOrd="0" presId="urn:microsoft.com/office/officeart/2005/8/layout/vList2"/>
    <dgm:cxn modelId="{EF139E36-FF63-479D-B5DF-B3C4BDF7860F}" srcId="{3230695C-FFC0-4013-B1AB-DCE906F2BC18}" destId="{1D99D6A5-DE84-48D2-A4A0-0A42F21A99D1}" srcOrd="3" destOrd="0" parTransId="{486355C2-465D-4967-84DD-86A20682D107}" sibTransId="{87AE6D4D-AB38-4186-87EC-4DA7323D4E97}"/>
    <dgm:cxn modelId="{3CFEEF45-D48F-4586-A432-39374925DDB4}" type="presOf" srcId="{4E938B9E-A5C2-4AFD-8E3E-606212F9065F}" destId="{BE3F148A-316B-4948-A1D5-EB9184FB34EA}" srcOrd="0" destOrd="0" presId="urn:microsoft.com/office/officeart/2005/8/layout/vList2"/>
    <dgm:cxn modelId="{0FB9494A-6882-4ADF-B46F-3936E7B69664}" srcId="{3230695C-FFC0-4013-B1AB-DCE906F2BC18}" destId="{4E938B9E-A5C2-4AFD-8E3E-606212F9065F}" srcOrd="4" destOrd="0" parTransId="{B021FA8C-39CF-4E89-A412-1A7398DFC258}" sibTransId="{CF981DDD-2DED-4BFE-86C1-840B23745F3E}"/>
    <dgm:cxn modelId="{1DFE814F-54B7-48CF-A6C8-39ED05F1CF20}" srcId="{3230695C-FFC0-4013-B1AB-DCE906F2BC18}" destId="{441BAA34-2C78-406F-975C-50170749D04B}" srcOrd="1" destOrd="0" parTransId="{60465D5C-CAF5-4166-B7E7-687EE515938D}" sibTransId="{2CDA5EEC-9A8A-48D4-B332-9E3265682057}"/>
    <dgm:cxn modelId="{176CDD57-9577-42F4-9A07-8B7593B8C767}" type="presOf" srcId="{C3DA9941-7B17-4953-941A-ED23FF285057}" destId="{C618521B-8973-49F1-8DF2-E672C4A1EDC5}" srcOrd="0" destOrd="0" presId="urn:microsoft.com/office/officeart/2005/8/layout/vList2"/>
    <dgm:cxn modelId="{0133EDCA-1C99-4382-9FB6-D74ADC86CDE2}" srcId="{3230695C-FFC0-4013-B1AB-DCE906F2BC18}" destId="{C3DA9941-7B17-4953-941A-ED23FF285057}" srcOrd="2" destOrd="0" parTransId="{CBA374F4-EF68-4AF1-8103-5C94F25BF0EC}" sibTransId="{C6DCD418-3B61-4C5F-8570-DB4D49DAAC3D}"/>
    <dgm:cxn modelId="{82D116DA-64DA-4A2F-8E0C-E2BEAE1733FC}" type="presOf" srcId="{69CA6F00-3F9F-4BE3-990D-0D7146570E37}" destId="{F2EBA3E8-7434-4719-B025-6057FEE53067}" srcOrd="0" destOrd="0" presId="urn:microsoft.com/office/officeart/2005/8/layout/vList2"/>
    <dgm:cxn modelId="{279668F5-426A-46E6-A179-01806228ECC7}" type="presOf" srcId="{1D99D6A5-DE84-48D2-A4A0-0A42F21A99D1}" destId="{BEA44987-1C42-4CE0-A740-C53D37B3C72F}" srcOrd="0" destOrd="0" presId="urn:microsoft.com/office/officeart/2005/8/layout/vList2"/>
    <dgm:cxn modelId="{8E15F8FD-31EE-43D2-BC7F-875065B101C2}" type="presParOf" srcId="{D91EF3B8-823C-4579-A62F-8F0013B6BB96}" destId="{F2EBA3E8-7434-4719-B025-6057FEE53067}" srcOrd="0" destOrd="0" presId="urn:microsoft.com/office/officeart/2005/8/layout/vList2"/>
    <dgm:cxn modelId="{4C3A5F43-C292-4EC4-B0F7-A371E6A34E1B}" type="presParOf" srcId="{D91EF3B8-823C-4579-A62F-8F0013B6BB96}" destId="{DA3B0243-1ECE-45AA-BF23-CA4B105C109F}" srcOrd="1" destOrd="0" presId="urn:microsoft.com/office/officeart/2005/8/layout/vList2"/>
    <dgm:cxn modelId="{BF61FFBC-3AE0-4347-8E90-9FA8D25471FE}" type="presParOf" srcId="{D91EF3B8-823C-4579-A62F-8F0013B6BB96}" destId="{CE2F4DED-EF92-4F7B-8DDF-2B2A9ADAC729}" srcOrd="2" destOrd="0" presId="urn:microsoft.com/office/officeart/2005/8/layout/vList2"/>
    <dgm:cxn modelId="{591E9F17-BEC0-4DFA-99B7-392C2EF31A51}" type="presParOf" srcId="{D91EF3B8-823C-4579-A62F-8F0013B6BB96}" destId="{3DE3817C-DABF-4A76-AAAA-4C17C4AF2ED4}" srcOrd="3" destOrd="0" presId="urn:microsoft.com/office/officeart/2005/8/layout/vList2"/>
    <dgm:cxn modelId="{42FC0143-940E-4407-8DFF-70DF4D367442}" type="presParOf" srcId="{D91EF3B8-823C-4579-A62F-8F0013B6BB96}" destId="{C618521B-8973-49F1-8DF2-E672C4A1EDC5}" srcOrd="4" destOrd="0" presId="urn:microsoft.com/office/officeart/2005/8/layout/vList2"/>
    <dgm:cxn modelId="{7B11DDAC-F781-46F5-BF8B-4C2655EF7D0D}" type="presParOf" srcId="{D91EF3B8-823C-4579-A62F-8F0013B6BB96}" destId="{C6EF75ED-433E-4B8A-8D91-30F71BB48528}" srcOrd="5" destOrd="0" presId="urn:microsoft.com/office/officeart/2005/8/layout/vList2"/>
    <dgm:cxn modelId="{EBF984E7-DB13-4BBD-87ED-6E0D5138FD25}" type="presParOf" srcId="{D91EF3B8-823C-4579-A62F-8F0013B6BB96}" destId="{BEA44987-1C42-4CE0-A740-C53D37B3C72F}" srcOrd="6" destOrd="0" presId="urn:microsoft.com/office/officeart/2005/8/layout/vList2"/>
    <dgm:cxn modelId="{8EB4ED6E-C5E6-45EF-A4A7-C728363D2270}" type="presParOf" srcId="{D91EF3B8-823C-4579-A62F-8F0013B6BB96}" destId="{BE447D04-E2D2-4050-9C78-7CA3D7BB49BB}" srcOrd="7" destOrd="0" presId="urn:microsoft.com/office/officeart/2005/8/layout/vList2"/>
    <dgm:cxn modelId="{4B1EF1A7-2685-4158-AE37-FA44C9B7FF56}" type="presParOf" srcId="{D91EF3B8-823C-4579-A62F-8F0013B6BB96}" destId="{BE3F148A-316B-4948-A1D5-EB9184FB34E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D41938-0EE0-4AC1-BE7C-9376081E36F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0FFDD1-BB24-4D00-9E99-2A8787E440A3}">
      <dgm:prSet/>
      <dgm:spPr/>
      <dgm:t>
        <a:bodyPr/>
        <a:lstStyle/>
        <a:p>
          <a:r>
            <a:rPr lang="en-US"/>
            <a:t>- Speedup máximo cerca de los hilos lógicos</a:t>
          </a:r>
        </a:p>
      </dgm:t>
    </dgm:pt>
    <dgm:pt modelId="{4DD1F60F-E497-43C4-BCEC-6A3C47D7E2B6}" type="parTrans" cxnId="{5B788922-71E9-4C07-8BE3-5AA06991A9C8}">
      <dgm:prSet/>
      <dgm:spPr/>
      <dgm:t>
        <a:bodyPr/>
        <a:lstStyle/>
        <a:p>
          <a:endParaRPr lang="en-US"/>
        </a:p>
      </dgm:t>
    </dgm:pt>
    <dgm:pt modelId="{8EE8ADEB-6EA4-49B0-83BF-175BDE0225C6}" type="sibTrans" cxnId="{5B788922-71E9-4C07-8BE3-5AA06991A9C8}">
      <dgm:prSet/>
      <dgm:spPr/>
      <dgm:t>
        <a:bodyPr/>
        <a:lstStyle/>
        <a:p>
          <a:endParaRPr lang="en-US"/>
        </a:p>
      </dgm:t>
    </dgm:pt>
    <dgm:pt modelId="{DDAAA605-3EB0-4DB5-BB67-E42EF1F08822}">
      <dgm:prSet/>
      <dgm:spPr/>
      <dgm:t>
        <a:bodyPr/>
        <a:lstStyle/>
        <a:p>
          <a:r>
            <a:rPr lang="en-US"/>
            <a:t>- Sobresuscripción reduce eficiencia</a:t>
          </a:r>
        </a:p>
      </dgm:t>
    </dgm:pt>
    <dgm:pt modelId="{6A672B6A-4D30-449B-B3FD-7649300BC837}" type="parTrans" cxnId="{DE05116C-3C3C-486D-829A-BADF9C93872E}">
      <dgm:prSet/>
      <dgm:spPr/>
      <dgm:t>
        <a:bodyPr/>
        <a:lstStyle/>
        <a:p>
          <a:endParaRPr lang="en-US"/>
        </a:p>
      </dgm:t>
    </dgm:pt>
    <dgm:pt modelId="{871A10C9-4D00-413E-84E4-0FD3368AE5F4}" type="sibTrans" cxnId="{DE05116C-3C3C-486D-829A-BADF9C93872E}">
      <dgm:prSet/>
      <dgm:spPr/>
      <dgm:t>
        <a:bodyPr/>
        <a:lstStyle/>
        <a:p>
          <a:endParaRPr lang="en-US"/>
        </a:p>
      </dgm:t>
    </dgm:pt>
    <dgm:pt modelId="{B9E7C30F-639A-4A3A-913C-B3B08C67035A}">
      <dgm:prSet/>
      <dgm:spPr/>
      <dgm:t>
        <a:bodyPr/>
        <a:lstStyle/>
        <a:p>
          <a:r>
            <a:rPr lang="en-US"/>
            <a:t>- Pthreads permite control total de paralelismo</a:t>
          </a:r>
        </a:p>
      </dgm:t>
    </dgm:pt>
    <dgm:pt modelId="{D37866EF-EE07-4A5D-AF3B-A800C8EFA771}" type="parTrans" cxnId="{BC84AE73-8DFA-4E0F-99F7-BB3A62A381F7}">
      <dgm:prSet/>
      <dgm:spPr/>
      <dgm:t>
        <a:bodyPr/>
        <a:lstStyle/>
        <a:p>
          <a:endParaRPr lang="en-US"/>
        </a:p>
      </dgm:t>
    </dgm:pt>
    <dgm:pt modelId="{976A5702-FD1E-4110-BBEF-C5ABC0A37354}" type="sibTrans" cxnId="{BC84AE73-8DFA-4E0F-99F7-BB3A62A381F7}">
      <dgm:prSet/>
      <dgm:spPr/>
      <dgm:t>
        <a:bodyPr/>
        <a:lstStyle/>
        <a:p>
          <a:endParaRPr lang="en-US"/>
        </a:p>
      </dgm:t>
    </dgm:pt>
    <dgm:pt modelId="{2218FCBA-618D-4D15-96A3-8114666F42A8}">
      <dgm:prSet/>
      <dgm:spPr/>
      <dgm:t>
        <a:bodyPr/>
        <a:lstStyle/>
        <a:p>
          <a:r>
            <a:rPr lang="en-US"/>
            <a:t>- Diseño correcto evita condiciones de carrera</a:t>
          </a:r>
        </a:p>
      </dgm:t>
    </dgm:pt>
    <dgm:pt modelId="{F00F84A2-E44F-4858-8882-FEC4A2CA9AC0}" type="parTrans" cxnId="{7ACB30A7-CFCF-4953-AA80-A4A2814EC573}">
      <dgm:prSet/>
      <dgm:spPr/>
      <dgm:t>
        <a:bodyPr/>
        <a:lstStyle/>
        <a:p>
          <a:endParaRPr lang="en-US"/>
        </a:p>
      </dgm:t>
    </dgm:pt>
    <dgm:pt modelId="{9A553233-2304-4F96-87FB-5D5DDD65842D}" type="sibTrans" cxnId="{7ACB30A7-CFCF-4953-AA80-A4A2814EC573}">
      <dgm:prSet/>
      <dgm:spPr/>
      <dgm:t>
        <a:bodyPr/>
        <a:lstStyle/>
        <a:p>
          <a:endParaRPr lang="en-US"/>
        </a:p>
      </dgm:t>
    </dgm:pt>
    <dgm:pt modelId="{4BD4D011-6537-45DA-A1E8-1B65DEB7B2F4}">
      <dgm:prSet/>
      <dgm:spPr/>
      <dgm:t>
        <a:bodyPr/>
        <a:lstStyle/>
        <a:p>
          <a:r>
            <a:rPr lang="en-US"/>
            <a:t>- Fibonacci demuestra paso de parámetros y join</a:t>
          </a:r>
        </a:p>
      </dgm:t>
    </dgm:pt>
    <dgm:pt modelId="{591F6213-D412-4C27-83E7-8E2628848454}" type="parTrans" cxnId="{9C5DDA3C-03CE-40AC-B6D7-3D132495CEAA}">
      <dgm:prSet/>
      <dgm:spPr/>
      <dgm:t>
        <a:bodyPr/>
        <a:lstStyle/>
        <a:p>
          <a:endParaRPr lang="en-US"/>
        </a:p>
      </dgm:t>
    </dgm:pt>
    <dgm:pt modelId="{E83E51F9-8409-423A-93D8-9037458AC09B}" type="sibTrans" cxnId="{9C5DDA3C-03CE-40AC-B6D7-3D132495CEAA}">
      <dgm:prSet/>
      <dgm:spPr/>
      <dgm:t>
        <a:bodyPr/>
        <a:lstStyle/>
        <a:p>
          <a:endParaRPr lang="en-US"/>
        </a:p>
      </dgm:t>
    </dgm:pt>
    <dgm:pt modelId="{764232F1-3CDC-4767-B85A-B2255407D31B}" type="pres">
      <dgm:prSet presAssocID="{81D41938-0EE0-4AC1-BE7C-9376081E36F1}" presName="linear" presStyleCnt="0">
        <dgm:presLayoutVars>
          <dgm:animLvl val="lvl"/>
          <dgm:resizeHandles val="exact"/>
        </dgm:presLayoutVars>
      </dgm:prSet>
      <dgm:spPr/>
    </dgm:pt>
    <dgm:pt modelId="{2E5AF1A2-376D-4764-8184-7AF38E26618E}" type="pres">
      <dgm:prSet presAssocID="{FA0FFDD1-BB24-4D00-9E99-2A8787E440A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F78D2E-97A9-425F-AB16-50487928B7EA}" type="pres">
      <dgm:prSet presAssocID="{8EE8ADEB-6EA4-49B0-83BF-175BDE0225C6}" presName="spacer" presStyleCnt="0"/>
      <dgm:spPr/>
    </dgm:pt>
    <dgm:pt modelId="{2F268998-8F19-4E0B-9E7A-0DBE9E655F8C}" type="pres">
      <dgm:prSet presAssocID="{DDAAA605-3EB0-4DB5-BB67-E42EF1F0882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1CC5F60-B731-4D82-9504-6F96F7431635}" type="pres">
      <dgm:prSet presAssocID="{871A10C9-4D00-413E-84E4-0FD3368AE5F4}" presName="spacer" presStyleCnt="0"/>
      <dgm:spPr/>
    </dgm:pt>
    <dgm:pt modelId="{A211D4DA-2486-4B67-B8D3-104173BEDC40}" type="pres">
      <dgm:prSet presAssocID="{B9E7C30F-639A-4A3A-913C-B3B08C6703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EE561FC-D66F-44F9-A3D5-CE42CA07C381}" type="pres">
      <dgm:prSet presAssocID="{976A5702-FD1E-4110-BBEF-C5ABC0A37354}" presName="spacer" presStyleCnt="0"/>
      <dgm:spPr/>
    </dgm:pt>
    <dgm:pt modelId="{F896F54A-91D5-435C-9C68-5425E3B4F13A}" type="pres">
      <dgm:prSet presAssocID="{2218FCBA-618D-4D15-96A3-8114666F42A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14438F0-2155-4B66-9BD2-028B6A15996E}" type="pres">
      <dgm:prSet presAssocID="{9A553233-2304-4F96-87FB-5D5DDD65842D}" presName="spacer" presStyleCnt="0"/>
      <dgm:spPr/>
    </dgm:pt>
    <dgm:pt modelId="{65BAE35E-C388-40FF-BBC3-FB9CBDCA384C}" type="pres">
      <dgm:prSet presAssocID="{4BD4D011-6537-45DA-A1E8-1B65DEB7B2F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E4D110D-767B-44CD-83DD-E1F211BD5A0C}" type="presOf" srcId="{FA0FFDD1-BB24-4D00-9E99-2A8787E440A3}" destId="{2E5AF1A2-376D-4764-8184-7AF38E26618E}" srcOrd="0" destOrd="0" presId="urn:microsoft.com/office/officeart/2005/8/layout/vList2"/>
    <dgm:cxn modelId="{37CFA41E-A9C0-42B2-B375-A373547DAFDB}" type="presOf" srcId="{DDAAA605-3EB0-4DB5-BB67-E42EF1F08822}" destId="{2F268998-8F19-4E0B-9E7A-0DBE9E655F8C}" srcOrd="0" destOrd="0" presId="urn:microsoft.com/office/officeart/2005/8/layout/vList2"/>
    <dgm:cxn modelId="{5B788922-71E9-4C07-8BE3-5AA06991A9C8}" srcId="{81D41938-0EE0-4AC1-BE7C-9376081E36F1}" destId="{FA0FFDD1-BB24-4D00-9E99-2A8787E440A3}" srcOrd="0" destOrd="0" parTransId="{4DD1F60F-E497-43C4-BCEC-6A3C47D7E2B6}" sibTransId="{8EE8ADEB-6EA4-49B0-83BF-175BDE0225C6}"/>
    <dgm:cxn modelId="{9C5DDA3C-03CE-40AC-B6D7-3D132495CEAA}" srcId="{81D41938-0EE0-4AC1-BE7C-9376081E36F1}" destId="{4BD4D011-6537-45DA-A1E8-1B65DEB7B2F4}" srcOrd="4" destOrd="0" parTransId="{591F6213-D412-4C27-83E7-8E2628848454}" sibTransId="{E83E51F9-8409-423A-93D8-9037458AC09B}"/>
    <dgm:cxn modelId="{DE05116C-3C3C-486D-829A-BADF9C93872E}" srcId="{81D41938-0EE0-4AC1-BE7C-9376081E36F1}" destId="{DDAAA605-3EB0-4DB5-BB67-E42EF1F08822}" srcOrd="1" destOrd="0" parTransId="{6A672B6A-4D30-449B-B3FD-7649300BC837}" sibTransId="{871A10C9-4D00-413E-84E4-0FD3368AE5F4}"/>
    <dgm:cxn modelId="{BC84AE73-8DFA-4E0F-99F7-BB3A62A381F7}" srcId="{81D41938-0EE0-4AC1-BE7C-9376081E36F1}" destId="{B9E7C30F-639A-4A3A-913C-B3B08C67035A}" srcOrd="2" destOrd="0" parTransId="{D37866EF-EE07-4A5D-AF3B-A800C8EFA771}" sibTransId="{976A5702-FD1E-4110-BBEF-C5ABC0A37354}"/>
    <dgm:cxn modelId="{84405898-5758-4B7A-89B3-69E4DBDC2833}" type="presOf" srcId="{B9E7C30F-639A-4A3A-913C-B3B08C67035A}" destId="{A211D4DA-2486-4B67-B8D3-104173BEDC40}" srcOrd="0" destOrd="0" presId="urn:microsoft.com/office/officeart/2005/8/layout/vList2"/>
    <dgm:cxn modelId="{7ACB30A7-CFCF-4953-AA80-A4A2814EC573}" srcId="{81D41938-0EE0-4AC1-BE7C-9376081E36F1}" destId="{2218FCBA-618D-4D15-96A3-8114666F42A8}" srcOrd="3" destOrd="0" parTransId="{F00F84A2-E44F-4858-8882-FEC4A2CA9AC0}" sibTransId="{9A553233-2304-4F96-87FB-5D5DDD65842D}"/>
    <dgm:cxn modelId="{40A6FDBD-20FA-4682-86A3-5A4C5FF9B3F4}" type="presOf" srcId="{4BD4D011-6537-45DA-A1E8-1B65DEB7B2F4}" destId="{65BAE35E-C388-40FF-BBC3-FB9CBDCA384C}" srcOrd="0" destOrd="0" presId="urn:microsoft.com/office/officeart/2005/8/layout/vList2"/>
    <dgm:cxn modelId="{9988D3C4-ACB6-4055-86D4-1470019218C9}" type="presOf" srcId="{2218FCBA-618D-4D15-96A3-8114666F42A8}" destId="{F896F54A-91D5-435C-9C68-5425E3B4F13A}" srcOrd="0" destOrd="0" presId="urn:microsoft.com/office/officeart/2005/8/layout/vList2"/>
    <dgm:cxn modelId="{CC854CE4-F976-41AB-8B5A-8AD8AC1A8F6D}" type="presOf" srcId="{81D41938-0EE0-4AC1-BE7C-9376081E36F1}" destId="{764232F1-3CDC-4767-B85A-B2255407D31B}" srcOrd="0" destOrd="0" presId="urn:microsoft.com/office/officeart/2005/8/layout/vList2"/>
    <dgm:cxn modelId="{A3A6744E-B2F6-4F84-AA54-8E4D25131E97}" type="presParOf" srcId="{764232F1-3CDC-4767-B85A-B2255407D31B}" destId="{2E5AF1A2-376D-4764-8184-7AF38E26618E}" srcOrd="0" destOrd="0" presId="urn:microsoft.com/office/officeart/2005/8/layout/vList2"/>
    <dgm:cxn modelId="{FA3222E7-897C-4D6B-A807-3BDE44220EEC}" type="presParOf" srcId="{764232F1-3CDC-4767-B85A-B2255407D31B}" destId="{C4F78D2E-97A9-425F-AB16-50487928B7EA}" srcOrd="1" destOrd="0" presId="urn:microsoft.com/office/officeart/2005/8/layout/vList2"/>
    <dgm:cxn modelId="{54969C0E-490D-4620-8E99-0AFC7624734B}" type="presParOf" srcId="{764232F1-3CDC-4767-B85A-B2255407D31B}" destId="{2F268998-8F19-4E0B-9E7A-0DBE9E655F8C}" srcOrd="2" destOrd="0" presId="urn:microsoft.com/office/officeart/2005/8/layout/vList2"/>
    <dgm:cxn modelId="{2C0F51D1-4A53-4595-B18E-D25DABB1DEF6}" type="presParOf" srcId="{764232F1-3CDC-4767-B85A-B2255407D31B}" destId="{21CC5F60-B731-4D82-9504-6F96F7431635}" srcOrd="3" destOrd="0" presId="urn:microsoft.com/office/officeart/2005/8/layout/vList2"/>
    <dgm:cxn modelId="{83DE295F-77A4-407A-81D3-428D6B2402D3}" type="presParOf" srcId="{764232F1-3CDC-4767-B85A-B2255407D31B}" destId="{A211D4DA-2486-4B67-B8D3-104173BEDC40}" srcOrd="4" destOrd="0" presId="urn:microsoft.com/office/officeart/2005/8/layout/vList2"/>
    <dgm:cxn modelId="{B12E148F-09BB-4D85-A21D-0BFF5046FE95}" type="presParOf" srcId="{764232F1-3CDC-4767-B85A-B2255407D31B}" destId="{3EE561FC-D66F-44F9-A3D5-CE42CA07C381}" srcOrd="5" destOrd="0" presId="urn:microsoft.com/office/officeart/2005/8/layout/vList2"/>
    <dgm:cxn modelId="{6F4A86A3-1BDC-41EC-8C7C-04A0F0B8A99A}" type="presParOf" srcId="{764232F1-3CDC-4767-B85A-B2255407D31B}" destId="{F896F54A-91D5-435C-9C68-5425E3B4F13A}" srcOrd="6" destOrd="0" presId="urn:microsoft.com/office/officeart/2005/8/layout/vList2"/>
    <dgm:cxn modelId="{9080174E-2A27-4CEA-BFB6-A7F83A83DC55}" type="presParOf" srcId="{764232F1-3CDC-4767-B85A-B2255407D31B}" destId="{A14438F0-2155-4B66-9BD2-028B6A15996E}" srcOrd="7" destOrd="0" presId="urn:microsoft.com/office/officeart/2005/8/layout/vList2"/>
    <dgm:cxn modelId="{B239744E-5603-4C2C-94EF-B73302DC036F}" type="presParOf" srcId="{764232F1-3CDC-4767-B85A-B2255407D31B}" destId="{65BAE35E-C388-40FF-BBC3-FB9CBDCA384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1C6E8-702A-469A-BECA-F6E9DF7540C9}">
      <dsp:nvSpPr>
        <dsp:cNvPr id="0" name=""/>
        <dsp:cNvSpPr/>
      </dsp:nvSpPr>
      <dsp:spPr>
        <a:xfrm>
          <a:off x="610" y="1179680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kern="1200" dirty="0" err="1"/>
            <a:t>Implementar</a:t>
          </a:r>
          <a:r>
            <a:rPr lang="en-US" sz="2200" kern="1200" dirty="0"/>
            <a:t> </a:t>
          </a:r>
          <a:r>
            <a:rPr lang="en-US" sz="2200" kern="1200" dirty="0" err="1"/>
            <a:t>versiones</a:t>
          </a:r>
          <a:r>
            <a:rPr lang="en-US" sz="2200" kern="1200" dirty="0"/>
            <a:t> serial y </a:t>
          </a:r>
          <a:r>
            <a:rPr lang="en-US" sz="2200" kern="1200" dirty="0" err="1"/>
            <a:t>paralela</a:t>
          </a:r>
          <a:r>
            <a:rPr lang="en-US" sz="2200" kern="1200" dirty="0"/>
            <a:t> del </a:t>
          </a:r>
          <a:r>
            <a:rPr lang="en-US" sz="2200" kern="1200" dirty="0" err="1"/>
            <a:t>cálculo</a:t>
          </a:r>
          <a:r>
            <a:rPr lang="en-US" sz="2200" kern="1200" dirty="0"/>
            <a:t> de π</a:t>
          </a:r>
        </a:p>
      </dsp:txBody>
      <dsp:txXfrm>
        <a:off x="610" y="1179680"/>
        <a:ext cx="2380430" cy="1428258"/>
      </dsp:txXfrm>
    </dsp:sp>
    <dsp:sp modelId="{167E6330-FC5A-4A19-AC0F-DFB16A898294}">
      <dsp:nvSpPr>
        <dsp:cNvPr id="0" name=""/>
        <dsp:cNvSpPr/>
      </dsp:nvSpPr>
      <dsp:spPr>
        <a:xfrm>
          <a:off x="2619083" y="1179680"/>
          <a:ext cx="2380430" cy="14282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kern="1200" dirty="0" err="1"/>
            <a:t>Medir</a:t>
          </a:r>
          <a:r>
            <a:rPr lang="en-US" sz="2200" kern="1200" dirty="0"/>
            <a:t> speedup, </a:t>
          </a:r>
          <a:r>
            <a:rPr lang="en-US" sz="2200" kern="1200" dirty="0" err="1"/>
            <a:t>eficiencia</a:t>
          </a:r>
          <a:r>
            <a:rPr lang="en-US" sz="2200" kern="1200" dirty="0"/>
            <a:t> y </a:t>
          </a:r>
          <a:r>
            <a:rPr lang="en-US" sz="2200" kern="1200" dirty="0" err="1"/>
            <a:t>rendimiento</a:t>
          </a:r>
          <a:endParaRPr lang="en-US" sz="2200" kern="1200" dirty="0"/>
        </a:p>
      </dsp:txBody>
      <dsp:txXfrm>
        <a:off x="2619083" y="1179680"/>
        <a:ext cx="2380430" cy="1428258"/>
      </dsp:txXfrm>
    </dsp:sp>
    <dsp:sp modelId="{8270CEFD-DF74-4940-9ED5-7EA5F42E1867}">
      <dsp:nvSpPr>
        <dsp:cNvPr id="0" name=""/>
        <dsp:cNvSpPr/>
      </dsp:nvSpPr>
      <dsp:spPr>
        <a:xfrm>
          <a:off x="610" y="2845981"/>
          <a:ext cx="2380430" cy="142825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kern="1200" dirty="0" err="1"/>
            <a:t>Implementar</a:t>
          </a:r>
          <a:r>
            <a:rPr lang="en-US" sz="2200" kern="1200" dirty="0"/>
            <a:t> </a:t>
          </a:r>
          <a:r>
            <a:rPr lang="en-US" sz="2200" kern="1200" dirty="0" err="1"/>
            <a:t>generación</a:t>
          </a:r>
          <a:r>
            <a:rPr lang="en-US" sz="2200" kern="1200" dirty="0"/>
            <a:t> de Fibonacci con </a:t>
          </a:r>
          <a:r>
            <a:rPr lang="en-US" sz="2200" kern="1200" dirty="0" err="1"/>
            <a:t>hilos</a:t>
          </a:r>
          <a:endParaRPr lang="en-US" sz="2200" kern="1200" dirty="0"/>
        </a:p>
      </dsp:txBody>
      <dsp:txXfrm>
        <a:off x="610" y="2845981"/>
        <a:ext cx="2380430" cy="1428258"/>
      </dsp:txXfrm>
    </dsp:sp>
    <dsp:sp modelId="{0792B83E-E500-4161-B29B-E8855CEFCADB}">
      <dsp:nvSpPr>
        <dsp:cNvPr id="0" name=""/>
        <dsp:cNvSpPr/>
      </dsp:nvSpPr>
      <dsp:spPr>
        <a:xfrm>
          <a:off x="2619083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kern="1200" dirty="0" err="1"/>
            <a:t>Analizar</a:t>
          </a:r>
          <a:r>
            <a:rPr lang="en-US" sz="2200" kern="1200" dirty="0"/>
            <a:t> </a:t>
          </a:r>
          <a:r>
            <a:rPr lang="en-US" sz="2200" kern="1200" dirty="0" err="1"/>
            <a:t>diseño</a:t>
          </a:r>
          <a:r>
            <a:rPr lang="en-US" sz="2200" kern="1200" dirty="0"/>
            <a:t>, </a:t>
          </a:r>
          <a:r>
            <a:rPr lang="en-US" sz="2200" kern="1200" dirty="0" err="1"/>
            <a:t>sincronización</a:t>
          </a:r>
          <a:r>
            <a:rPr lang="en-US" sz="2200" kern="1200" dirty="0"/>
            <a:t> y </a:t>
          </a:r>
          <a:r>
            <a:rPr lang="en-US" sz="2200" kern="1200" dirty="0" err="1"/>
            <a:t>transferencia</a:t>
          </a:r>
          <a:r>
            <a:rPr lang="en-US" sz="2200" kern="1200" dirty="0"/>
            <a:t> de </a:t>
          </a:r>
          <a:r>
            <a:rPr lang="en-US" sz="2200" kern="1200" dirty="0" err="1"/>
            <a:t>datos</a:t>
          </a:r>
          <a:endParaRPr lang="en-US" sz="2200" kern="1200" dirty="0"/>
        </a:p>
      </dsp:txBody>
      <dsp:txXfrm>
        <a:off x="2619083" y="2845981"/>
        <a:ext cx="2380430" cy="142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C9B84-5BD1-4B69-A8F5-472781330D42}">
      <dsp:nvSpPr>
        <dsp:cNvPr id="0" name=""/>
        <dsp:cNvSpPr/>
      </dsp:nvSpPr>
      <dsp:spPr>
        <a:xfrm>
          <a:off x="0" y="46309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Integral ∫0→1 4/(1+x²) dx</a:t>
          </a:r>
        </a:p>
      </dsp:txBody>
      <dsp:txXfrm>
        <a:off x="62055" y="108364"/>
        <a:ext cx="4876014" cy="1147095"/>
      </dsp:txXfrm>
    </dsp:sp>
    <dsp:sp modelId="{121DF247-A79C-48CB-B6AE-D87C1C3FDFAC}">
      <dsp:nvSpPr>
        <dsp:cNvPr id="0" name=""/>
        <dsp:cNvSpPr/>
      </dsp:nvSpPr>
      <dsp:spPr>
        <a:xfrm>
          <a:off x="0" y="1409674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Regla del punto medio</a:t>
          </a:r>
        </a:p>
      </dsp:txBody>
      <dsp:txXfrm>
        <a:off x="62055" y="1471729"/>
        <a:ext cx="4876014" cy="1147095"/>
      </dsp:txXfrm>
    </dsp:sp>
    <dsp:sp modelId="{654058E7-A8DB-47D5-B150-C09BDF35B236}">
      <dsp:nvSpPr>
        <dsp:cNvPr id="0" name=""/>
        <dsp:cNvSpPr/>
      </dsp:nvSpPr>
      <dsp:spPr>
        <a:xfrm>
          <a:off x="0" y="2773040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Versión serial y paralela usando Pthreads</a:t>
          </a:r>
        </a:p>
      </dsp:txBody>
      <dsp:txXfrm>
        <a:off x="62055" y="2835095"/>
        <a:ext cx="4876014" cy="1147095"/>
      </dsp:txXfrm>
    </dsp:sp>
    <dsp:sp modelId="{109E892A-111D-49F1-B5E2-CFC67DB92589}">
      <dsp:nvSpPr>
        <dsp:cNvPr id="0" name=""/>
        <dsp:cNvSpPr/>
      </dsp:nvSpPr>
      <dsp:spPr>
        <a:xfrm>
          <a:off x="0" y="4136405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División del rango en subrangos por hilo</a:t>
          </a:r>
        </a:p>
      </dsp:txBody>
      <dsp:txXfrm>
        <a:off x="62055" y="4198460"/>
        <a:ext cx="4876014" cy="1147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19387-0776-494A-9E16-2C69C1E52828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07F4ED-1A82-4AAE-B68D-F112169BD3F3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main </a:t>
          </a:r>
          <a:r>
            <a:rPr lang="en-US" sz="3000" kern="1200" dirty="0" err="1"/>
            <a:t>recibe</a:t>
          </a:r>
          <a:r>
            <a:rPr lang="en-US" sz="3000" kern="1200" dirty="0"/>
            <a:t> n y </a:t>
          </a:r>
          <a:r>
            <a:rPr lang="en-US" sz="3000" kern="1200" dirty="0" err="1"/>
            <a:t>número</a:t>
          </a:r>
          <a:r>
            <a:rPr lang="en-US" sz="3000" kern="1200" dirty="0"/>
            <a:t> de </a:t>
          </a:r>
          <a:r>
            <a:rPr lang="en-US" sz="3000" kern="1200" dirty="0" err="1"/>
            <a:t>hilos</a:t>
          </a:r>
          <a:r>
            <a:rPr lang="en-US" sz="3000" kern="1200" dirty="0"/>
            <a:t> T</a:t>
          </a:r>
        </a:p>
      </dsp:txBody>
      <dsp:txXfrm>
        <a:off x="0" y="665"/>
        <a:ext cx="5000124" cy="1090517"/>
      </dsp:txXfrm>
    </dsp:sp>
    <dsp:sp modelId="{A080662C-7902-46DE-8759-9EFDFA9400F0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DAA043-0031-4906-9CA5-F3D32AD34E5D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Cada </a:t>
          </a:r>
          <a:r>
            <a:rPr lang="en-US" sz="3000" kern="1200" dirty="0" err="1"/>
            <a:t>hilo</a:t>
          </a:r>
          <a:r>
            <a:rPr lang="en-US" sz="3000" kern="1200" dirty="0"/>
            <a:t> </a:t>
          </a:r>
          <a:r>
            <a:rPr lang="en-US" sz="3000" kern="1200" dirty="0" err="1"/>
            <a:t>calcula</a:t>
          </a:r>
          <a:r>
            <a:rPr lang="en-US" sz="3000" kern="1200" dirty="0"/>
            <a:t> </a:t>
          </a:r>
          <a:r>
            <a:rPr lang="en-US" sz="3000" kern="1200" dirty="0" err="1"/>
            <a:t>suma</a:t>
          </a:r>
          <a:r>
            <a:rPr lang="en-US" sz="3000" kern="1200" dirty="0"/>
            <a:t> </a:t>
          </a:r>
          <a:r>
            <a:rPr lang="en-US" sz="3000" kern="1200" dirty="0" err="1"/>
            <a:t>parcial</a:t>
          </a:r>
          <a:endParaRPr lang="en-US" sz="3000" kern="1200" dirty="0"/>
        </a:p>
      </dsp:txBody>
      <dsp:txXfrm>
        <a:off x="0" y="1091183"/>
        <a:ext cx="5000124" cy="1090517"/>
      </dsp:txXfrm>
    </dsp:sp>
    <dsp:sp modelId="{41B0313D-4725-472A-AB8E-21F2623ED587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5CB020-A9F2-44B4-9218-9D4799C83E77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No usar mutex: </a:t>
          </a:r>
          <a:r>
            <a:rPr lang="en-US" sz="3000" kern="1200" dirty="0" err="1"/>
            <a:t>cada</a:t>
          </a:r>
          <a:r>
            <a:rPr lang="en-US" sz="3000" kern="1200" dirty="0"/>
            <a:t> </a:t>
          </a:r>
          <a:r>
            <a:rPr lang="en-US" sz="3000" kern="1200" dirty="0" err="1"/>
            <a:t>hilo</a:t>
          </a:r>
          <a:r>
            <a:rPr lang="en-US" sz="3000" kern="1200" dirty="0"/>
            <a:t> </a:t>
          </a:r>
          <a:r>
            <a:rPr lang="en-US" sz="3000" kern="1200" dirty="0" err="1"/>
            <a:t>acumula</a:t>
          </a:r>
          <a:r>
            <a:rPr lang="en-US" sz="3000" kern="1200" dirty="0"/>
            <a:t> local</a:t>
          </a:r>
        </a:p>
      </dsp:txBody>
      <dsp:txXfrm>
        <a:off x="0" y="2181701"/>
        <a:ext cx="5000124" cy="1090517"/>
      </dsp:txXfrm>
    </dsp:sp>
    <dsp:sp modelId="{3572C721-CA59-4577-907D-7CF8BA3B6954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B671B-4B44-4994-86C0-FCE3673AC0B1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pthread_join</a:t>
          </a:r>
          <a:r>
            <a:rPr lang="en-US" sz="3000" kern="1200" dirty="0"/>
            <a:t> para </a:t>
          </a:r>
          <a:r>
            <a:rPr lang="en-US" sz="3000" kern="1200" dirty="0" err="1"/>
            <a:t>recolectar</a:t>
          </a:r>
          <a:r>
            <a:rPr lang="en-US" sz="3000" kern="1200" dirty="0"/>
            <a:t> </a:t>
          </a:r>
          <a:r>
            <a:rPr lang="en-US" sz="3000" kern="1200" dirty="0" err="1"/>
            <a:t>resultados</a:t>
          </a:r>
          <a:endParaRPr lang="en-US" sz="3000" kern="1200" dirty="0"/>
        </a:p>
      </dsp:txBody>
      <dsp:txXfrm>
        <a:off x="0" y="3272218"/>
        <a:ext cx="5000124" cy="1090517"/>
      </dsp:txXfrm>
    </dsp:sp>
    <dsp:sp modelId="{99062CBE-4B2E-4D77-9FA5-B118F210A339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4EF9C8-F664-4C2D-90B6-2ED44E1B01D3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pi = h * sum(total)</a:t>
          </a:r>
        </a:p>
      </dsp:txBody>
      <dsp:txXfrm>
        <a:off x="0" y="4362736"/>
        <a:ext cx="5000124" cy="10905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4CE33-7A9E-4453-BE92-7B2844B47C4E}">
      <dsp:nvSpPr>
        <dsp:cNvPr id="0" name=""/>
        <dsp:cNvSpPr/>
      </dsp:nvSpPr>
      <dsp:spPr>
        <a:xfrm>
          <a:off x="0" y="59213"/>
          <a:ext cx="4683949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main </a:t>
          </a:r>
          <a:r>
            <a:rPr lang="en-US" sz="2600" kern="1200" dirty="0" err="1"/>
            <a:t>reserva</a:t>
          </a:r>
          <a:r>
            <a:rPr lang="en-US" sz="2600" kern="1200" dirty="0"/>
            <a:t> </a:t>
          </a:r>
          <a:r>
            <a:rPr lang="en-US" sz="2600" kern="1200" dirty="0" err="1"/>
            <a:t>arreglo</a:t>
          </a:r>
          <a:r>
            <a:rPr lang="en-US" sz="2600" kern="1200" dirty="0"/>
            <a:t> de </a:t>
          </a:r>
          <a:r>
            <a:rPr lang="en-US" sz="2600" kern="1200" dirty="0" err="1"/>
            <a:t>tamaño</a:t>
          </a:r>
          <a:r>
            <a:rPr lang="en-US" sz="2600" kern="1200" dirty="0"/>
            <a:t> N</a:t>
          </a:r>
        </a:p>
      </dsp:txBody>
      <dsp:txXfrm>
        <a:off x="50489" y="109702"/>
        <a:ext cx="4582971" cy="933302"/>
      </dsp:txXfrm>
    </dsp:sp>
    <dsp:sp modelId="{E701AE60-D32E-4CD1-859E-70054D168D03}">
      <dsp:nvSpPr>
        <dsp:cNvPr id="0" name=""/>
        <dsp:cNvSpPr/>
      </dsp:nvSpPr>
      <dsp:spPr>
        <a:xfrm>
          <a:off x="0" y="1168373"/>
          <a:ext cx="4683949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 </a:t>
          </a:r>
          <a:r>
            <a:rPr lang="en-US" sz="2600" kern="1200" dirty="0" err="1"/>
            <a:t>pasa</a:t>
          </a:r>
          <a:r>
            <a:rPr lang="en-US" sz="2600" kern="1200" dirty="0"/>
            <a:t> struct con </a:t>
          </a:r>
          <a:r>
            <a:rPr lang="en-US" sz="2600" kern="1200" dirty="0" err="1"/>
            <a:t>puntero</a:t>
          </a:r>
          <a:r>
            <a:rPr lang="en-US" sz="2600" kern="1200" dirty="0"/>
            <a:t> + N al </a:t>
          </a:r>
          <a:r>
            <a:rPr lang="en-US" sz="2600" kern="1200" dirty="0" err="1"/>
            <a:t>hilo</a:t>
          </a:r>
          <a:endParaRPr lang="en-US" sz="2600" kern="1200" dirty="0"/>
        </a:p>
      </dsp:txBody>
      <dsp:txXfrm>
        <a:off x="50489" y="1218862"/>
        <a:ext cx="4582971" cy="933302"/>
      </dsp:txXfrm>
    </dsp:sp>
    <dsp:sp modelId="{19CDC7E7-6292-41B6-A241-0603CFCEC5F4}">
      <dsp:nvSpPr>
        <dsp:cNvPr id="0" name=""/>
        <dsp:cNvSpPr/>
      </dsp:nvSpPr>
      <dsp:spPr>
        <a:xfrm>
          <a:off x="0" y="2277533"/>
          <a:ext cx="4683949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El </a:t>
          </a:r>
          <a:r>
            <a:rPr lang="en-US" sz="2600" kern="1200" dirty="0" err="1"/>
            <a:t>hilo</a:t>
          </a:r>
          <a:r>
            <a:rPr lang="en-US" sz="2600" kern="1200" dirty="0"/>
            <a:t> </a:t>
          </a:r>
          <a:r>
            <a:rPr lang="en-US" sz="2600" kern="1200" dirty="0" err="1"/>
            <a:t>calcula</a:t>
          </a:r>
          <a:r>
            <a:rPr lang="en-US" sz="2600" kern="1200" dirty="0"/>
            <a:t> la </a:t>
          </a:r>
          <a:r>
            <a:rPr lang="en-US" sz="2600" kern="1200" dirty="0" err="1"/>
            <a:t>secuencia</a:t>
          </a:r>
          <a:endParaRPr lang="en-US" sz="2600" kern="1200" dirty="0"/>
        </a:p>
      </dsp:txBody>
      <dsp:txXfrm>
        <a:off x="50489" y="2328022"/>
        <a:ext cx="4582971" cy="933302"/>
      </dsp:txXfrm>
    </dsp:sp>
    <dsp:sp modelId="{8F27A8A9-52E1-4551-9C40-EAC4F93868BF}">
      <dsp:nvSpPr>
        <dsp:cNvPr id="0" name=""/>
        <dsp:cNvSpPr/>
      </dsp:nvSpPr>
      <dsp:spPr>
        <a:xfrm>
          <a:off x="0" y="3386693"/>
          <a:ext cx="4683949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pthread_join</a:t>
          </a:r>
          <a:r>
            <a:rPr lang="en-US" sz="2600" kern="1200" dirty="0"/>
            <a:t> </a:t>
          </a:r>
          <a:r>
            <a:rPr lang="en-US" sz="2600" kern="1200" dirty="0" err="1"/>
            <a:t>garantiza</a:t>
          </a:r>
          <a:r>
            <a:rPr lang="en-US" sz="2600" kern="1200" dirty="0"/>
            <a:t> </a:t>
          </a:r>
          <a:r>
            <a:rPr lang="en-US" sz="2600" kern="1200" dirty="0" err="1"/>
            <a:t>sincronización</a:t>
          </a:r>
          <a:endParaRPr lang="en-US" sz="2600" kern="1200" dirty="0"/>
        </a:p>
      </dsp:txBody>
      <dsp:txXfrm>
        <a:off x="50489" y="3437182"/>
        <a:ext cx="4582971" cy="933302"/>
      </dsp:txXfrm>
    </dsp:sp>
    <dsp:sp modelId="{E4BD03CF-CEF2-4D04-83A1-37062898FF89}">
      <dsp:nvSpPr>
        <dsp:cNvPr id="0" name=""/>
        <dsp:cNvSpPr/>
      </dsp:nvSpPr>
      <dsp:spPr>
        <a:xfrm>
          <a:off x="0" y="4495853"/>
          <a:ext cx="4683949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main </a:t>
          </a:r>
          <a:r>
            <a:rPr lang="en-US" sz="2600" kern="1200" dirty="0" err="1"/>
            <a:t>imprime</a:t>
          </a:r>
          <a:r>
            <a:rPr lang="en-US" sz="2600" kern="1200" dirty="0"/>
            <a:t> </a:t>
          </a:r>
          <a:r>
            <a:rPr lang="en-US" sz="2600" kern="1200" dirty="0" err="1"/>
            <a:t>resultados</a:t>
          </a:r>
          <a:endParaRPr lang="en-US" sz="2600" kern="1200" dirty="0"/>
        </a:p>
      </dsp:txBody>
      <dsp:txXfrm>
        <a:off x="50489" y="4546342"/>
        <a:ext cx="4582971" cy="933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BA3E8-7434-4719-B025-6057FEE53067}">
      <dsp:nvSpPr>
        <dsp:cNvPr id="0" name=""/>
        <dsp:cNvSpPr/>
      </dsp:nvSpPr>
      <dsp:spPr>
        <a:xfrm>
          <a:off x="0" y="62778"/>
          <a:ext cx="4683949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Se midió Ts = tiempo serial</a:t>
          </a:r>
        </a:p>
      </dsp:txBody>
      <dsp:txXfrm>
        <a:off x="50420" y="113198"/>
        <a:ext cx="4583109" cy="932014"/>
      </dsp:txXfrm>
    </dsp:sp>
    <dsp:sp modelId="{CE2F4DED-EF92-4F7B-8DDF-2B2A9ADAC729}">
      <dsp:nvSpPr>
        <dsp:cNvPr id="0" name=""/>
        <dsp:cNvSpPr/>
      </dsp:nvSpPr>
      <dsp:spPr>
        <a:xfrm>
          <a:off x="0" y="1170512"/>
          <a:ext cx="4683949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Se midió Tp(N) para N = 1,2,4,8,16,32,48</a:t>
          </a:r>
        </a:p>
      </dsp:txBody>
      <dsp:txXfrm>
        <a:off x="50420" y="1220932"/>
        <a:ext cx="4583109" cy="932014"/>
      </dsp:txXfrm>
    </dsp:sp>
    <dsp:sp modelId="{C618521B-8973-49F1-8DF2-E672C4A1EDC5}">
      <dsp:nvSpPr>
        <dsp:cNvPr id="0" name=""/>
        <dsp:cNvSpPr/>
      </dsp:nvSpPr>
      <dsp:spPr>
        <a:xfrm>
          <a:off x="0" y="2278246"/>
          <a:ext cx="4683949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Speedup = Ts/Tp</a:t>
          </a:r>
        </a:p>
      </dsp:txBody>
      <dsp:txXfrm>
        <a:off x="50420" y="2328666"/>
        <a:ext cx="4583109" cy="932014"/>
      </dsp:txXfrm>
    </dsp:sp>
    <dsp:sp modelId="{BEA44987-1C42-4CE0-A740-C53D37B3C72F}">
      <dsp:nvSpPr>
        <dsp:cNvPr id="0" name=""/>
        <dsp:cNvSpPr/>
      </dsp:nvSpPr>
      <dsp:spPr>
        <a:xfrm>
          <a:off x="0" y="3385980"/>
          <a:ext cx="4683949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Eficiencia = Speedup/N</a:t>
          </a:r>
        </a:p>
      </dsp:txBody>
      <dsp:txXfrm>
        <a:off x="50420" y="3436400"/>
        <a:ext cx="4583109" cy="932014"/>
      </dsp:txXfrm>
    </dsp:sp>
    <dsp:sp modelId="{BE3F148A-316B-4948-A1D5-EB9184FB34EA}">
      <dsp:nvSpPr>
        <dsp:cNvPr id="0" name=""/>
        <dsp:cNvSpPr/>
      </dsp:nvSpPr>
      <dsp:spPr>
        <a:xfrm>
          <a:off x="0" y="4493714"/>
          <a:ext cx="4683949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Gráficas incluidas en el informe</a:t>
          </a:r>
        </a:p>
      </dsp:txBody>
      <dsp:txXfrm>
        <a:off x="50420" y="4544134"/>
        <a:ext cx="4583109" cy="9320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AF1A2-376D-4764-8184-7AF38E26618E}">
      <dsp:nvSpPr>
        <dsp:cNvPr id="0" name=""/>
        <dsp:cNvSpPr/>
      </dsp:nvSpPr>
      <dsp:spPr>
        <a:xfrm>
          <a:off x="0" y="59213"/>
          <a:ext cx="4683949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Speedup máximo cerca de los hilos lógicos</a:t>
          </a:r>
        </a:p>
      </dsp:txBody>
      <dsp:txXfrm>
        <a:off x="50489" y="109702"/>
        <a:ext cx="4582971" cy="933302"/>
      </dsp:txXfrm>
    </dsp:sp>
    <dsp:sp modelId="{2F268998-8F19-4E0B-9E7A-0DBE9E655F8C}">
      <dsp:nvSpPr>
        <dsp:cNvPr id="0" name=""/>
        <dsp:cNvSpPr/>
      </dsp:nvSpPr>
      <dsp:spPr>
        <a:xfrm>
          <a:off x="0" y="1168373"/>
          <a:ext cx="4683949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Sobresuscripción reduce eficiencia</a:t>
          </a:r>
        </a:p>
      </dsp:txBody>
      <dsp:txXfrm>
        <a:off x="50489" y="1218862"/>
        <a:ext cx="4582971" cy="933302"/>
      </dsp:txXfrm>
    </dsp:sp>
    <dsp:sp modelId="{A211D4DA-2486-4B67-B8D3-104173BEDC40}">
      <dsp:nvSpPr>
        <dsp:cNvPr id="0" name=""/>
        <dsp:cNvSpPr/>
      </dsp:nvSpPr>
      <dsp:spPr>
        <a:xfrm>
          <a:off x="0" y="2277533"/>
          <a:ext cx="4683949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Pthreads permite control total de paralelismo</a:t>
          </a:r>
        </a:p>
      </dsp:txBody>
      <dsp:txXfrm>
        <a:off x="50489" y="2328022"/>
        <a:ext cx="4582971" cy="933302"/>
      </dsp:txXfrm>
    </dsp:sp>
    <dsp:sp modelId="{F896F54A-91D5-435C-9C68-5425E3B4F13A}">
      <dsp:nvSpPr>
        <dsp:cNvPr id="0" name=""/>
        <dsp:cNvSpPr/>
      </dsp:nvSpPr>
      <dsp:spPr>
        <a:xfrm>
          <a:off x="0" y="3386693"/>
          <a:ext cx="4683949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Diseño correcto evita condiciones de carrera</a:t>
          </a:r>
        </a:p>
      </dsp:txBody>
      <dsp:txXfrm>
        <a:off x="50489" y="3437182"/>
        <a:ext cx="4582971" cy="933302"/>
      </dsp:txXfrm>
    </dsp:sp>
    <dsp:sp modelId="{65BAE35E-C388-40FF-BBC3-FB9CBDCA384C}">
      <dsp:nvSpPr>
        <dsp:cNvPr id="0" name=""/>
        <dsp:cNvSpPr/>
      </dsp:nvSpPr>
      <dsp:spPr>
        <a:xfrm>
          <a:off x="0" y="4495853"/>
          <a:ext cx="4683949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Fibonacci demuestra paso de parámetros y join</a:t>
          </a:r>
        </a:p>
      </dsp:txBody>
      <dsp:txXfrm>
        <a:off x="50489" y="4546342"/>
        <a:ext cx="4582971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847EB-22F0-4804-BDF7-3326B3D5A429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B1790-15E9-4012-9A82-15BB1299EE4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02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Hola, mi nombre es </a:t>
            </a:r>
            <a:r>
              <a:rPr lang="es-MX" b="1" dirty="0"/>
              <a:t>José Alfredo Martínez Valdés</a:t>
            </a:r>
            <a:r>
              <a:rPr lang="es-MX" dirty="0"/>
              <a:t>, estudiante de </a:t>
            </a:r>
            <a:r>
              <a:rPr lang="es-MX" b="1" dirty="0"/>
              <a:t>Ingeniería de Sistemas</a:t>
            </a:r>
            <a:r>
              <a:rPr lang="es-MX" dirty="0"/>
              <a:t> de la </a:t>
            </a:r>
            <a:r>
              <a:rPr lang="es-MX" b="1" dirty="0"/>
              <a:t>Universidad de Antioquia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En este video presentaré la solución y el análisis completo del </a:t>
            </a:r>
            <a:r>
              <a:rPr lang="es-MX" b="1" dirty="0"/>
              <a:t>Laboratorio 3 de Sistemas Operativos</a:t>
            </a:r>
            <a:r>
              <a:rPr lang="es-MX" dirty="0"/>
              <a:t>, enfocado en la </a:t>
            </a:r>
            <a:r>
              <a:rPr lang="es-MX" b="1" dirty="0"/>
              <a:t>paralelización con </a:t>
            </a:r>
            <a:r>
              <a:rPr lang="es-MX" b="1" dirty="0" err="1"/>
              <a:t>Pthreads</a:t>
            </a:r>
            <a:r>
              <a:rPr lang="es-MX" dirty="0"/>
              <a:t>.</a:t>
            </a:r>
          </a:p>
          <a:p>
            <a:r>
              <a:rPr lang="es-MX" dirty="0"/>
              <a:t>Este laboratorio se divide en dos partes principales:</a:t>
            </a:r>
          </a:p>
          <a:p>
            <a:r>
              <a:rPr lang="es-MX" dirty="0"/>
              <a:t>El </a:t>
            </a:r>
            <a:r>
              <a:rPr lang="es-MX" b="1" dirty="0"/>
              <a:t>cálculo paralelo del valor de π</a:t>
            </a:r>
            <a:r>
              <a:rPr lang="es-MX" dirty="0"/>
              <a:t> usando integración numérica.</a:t>
            </a:r>
          </a:p>
          <a:p>
            <a:r>
              <a:rPr lang="es-MX" dirty="0"/>
              <a:t>La </a:t>
            </a:r>
            <a:r>
              <a:rPr lang="es-MX" b="1" dirty="0"/>
              <a:t>generación de la secuencia de Fibonacci</a:t>
            </a:r>
            <a:r>
              <a:rPr lang="es-MX" dirty="0"/>
              <a:t> empleando un hilo trabajador.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779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objetivo de este laboratorio es:</a:t>
            </a:r>
          </a:p>
          <a:p>
            <a:r>
              <a:rPr lang="es-MX" dirty="0"/>
              <a:t>Implementar una versión </a:t>
            </a:r>
            <a:r>
              <a:rPr lang="es-MX" b="1" dirty="0"/>
              <a:t>serial</a:t>
            </a:r>
            <a:r>
              <a:rPr lang="es-MX" dirty="0"/>
              <a:t> y una versión </a:t>
            </a:r>
            <a:r>
              <a:rPr lang="es-MX" b="1" dirty="0"/>
              <a:t>paralela</a:t>
            </a:r>
            <a:r>
              <a:rPr lang="es-MX" dirty="0"/>
              <a:t> del cálculo de π utilizando </a:t>
            </a:r>
            <a:r>
              <a:rPr lang="es-MX" b="1" dirty="0" err="1"/>
              <a:t>Pthreads</a:t>
            </a:r>
            <a:r>
              <a:rPr lang="es-MX" dirty="0"/>
              <a:t>.</a:t>
            </a:r>
          </a:p>
          <a:p>
            <a:r>
              <a:rPr lang="es-MX" dirty="0"/>
              <a:t>Comparar los tiempos de ejecución y analizar el </a:t>
            </a:r>
            <a:r>
              <a:rPr lang="es-MX" b="1" dirty="0" err="1"/>
              <a:t>speedup</a:t>
            </a:r>
            <a:r>
              <a:rPr lang="es-MX" dirty="0"/>
              <a:t> y la </a:t>
            </a:r>
            <a:r>
              <a:rPr lang="es-MX" b="1" dirty="0"/>
              <a:t>eficiencia</a:t>
            </a:r>
            <a:r>
              <a:rPr lang="es-MX" dirty="0"/>
              <a:t> obtenida.</a:t>
            </a:r>
          </a:p>
          <a:p>
            <a:r>
              <a:rPr lang="es-MX" dirty="0"/>
              <a:t>Implementar un programa adicional que genera la secuencia de Fibonacci en un hilo independiente.</a:t>
            </a:r>
          </a:p>
          <a:p>
            <a:r>
              <a:rPr lang="es-MX" dirty="0"/>
              <a:t>Analizar la forma en que se transfieren datos entre hilos y cómo se utiliza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s-MX" dirty="0"/>
              <a:t> para sincronizar la ejecución.</a:t>
            </a:r>
          </a:p>
          <a:p>
            <a:r>
              <a:rPr lang="es-MX" dirty="0"/>
              <a:t>Todo esto permite comprender </a:t>
            </a:r>
            <a:r>
              <a:rPr lang="es-MX" b="1" dirty="0"/>
              <a:t>cómo paralelizar tareas</a:t>
            </a:r>
            <a:r>
              <a:rPr lang="es-MX" dirty="0"/>
              <a:t>, cómo dividir trabajo y cómo manejar </a:t>
            </a:r>
            <a:r>
              <a:rPr lang="es-MX" b="1" dirty="0"/>
              <a:t>sincronización de hilos</a:t>
            </a:r>
            <a:r>
              <a:rPr lang="es-MX" dirty="0"/>
              <a:t>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16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" dirty="0"/>
                  <a:t>En la primera parte implementé el cálculo de </a:t>
                </a:r>
                <a:r>
                  <a:rPr lang="el-GR" dirty="0"/>
                  <a:t>π </a:t>
                </a:r>
                <a:r>
                  <a:rPr lang="es-ES" dirty="0"/>
                  <a:t>a partir de la integral: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𝑑𝑥</m:t>
                      </m:r>
                    </m:oMath>
                  </m:oMathPara>
                </a14:m>
                <a:endParaRPr lang="ar-AE" dirty="0"/>
              </a:p>
              <a:p>
                <a:r>
                  <a:rPr lang="es-ES" dirty="0"/>
                  <a:t>Usamos el </a:t>
                </a:r>
                <a:r>
                  <a:rPr lang="es-ES" b="1" dirty="0"/>
                  <a:t>método de la regla del punto medio</a:t>
                </a:r>
                <a:r>
                  <a:rPr lang="es-ES" dirty="0"/>
                  <a:t>, dividiendo el intervalo en </a:t>
                </a:r>
                <a:r>
                  <a:rPr lang="es-ES" i="1" dirty="0"/>
                  <a:t>n</a:t>
                </a:r>
                <a:r>
                  <a:rPr lang="es-ES" dirty="0"/>
                  <a:t> rectángulos.</a:t>
                </a:r>
                <a:br>
                  <a:rPr lang="es-ES" dirty="0"/>
                </a:br>
                <a:r>
                  <a:rPr lang="es-ES" dirty="0"/>
                  <a:t>La versión serial ejecuta un solo bucle, sumando cada término.</a:t>
                </a:r>
                <a:br>
                  <a:rPr lang="es-ES" dirty="0"/>
                </a:br>
                <a:r>
                  <a:rPr lang="es-ES" dirty="0"/>
                  <a:t>La versión paralela divide ese mismo bucle entre </a:t>
                </a:r>
                <a:r>
                  <a:rPr lang="es-ES" b="1" dirty="0"/>
                  <a:t>T hilos</a:t>
                </a:r>
                <a:r>
                  <a:rPr lang="es-ES" dirty="0"/>
                  <a:t>.</a:t>
                </a:r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" dirty="0"/>
                  <a:t>En la primera parte implementé el cálculo de </a:t>
                </a:r>
                <a:r>
                  <a:rPr lang="el-GR" dirty="0"/>
                  <a:t>π </a:t>
                </a:r>
                <a:r>
                  <a:rPr lang="es-ES" dirty="0"/>
                  <a:t>a partir de la integral: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∫128_0^1▒4/(1+𝑥^2 ) 𝑑𝑥</a:t>
                </a:r>
                <a:endParaRPr lang="ar-AE" dirty="0"/>
              </a:p>
              <a:p>
                <a:r>
                  <a:rPr lang="es-ES" dirty="0"/>
                  <a:t>Usamos el </a:t>
                </a:r>
                <a:r>
                  <a:rPr lang="es-ES" b="1" dirty="0"/>
                  <a:t>método de la regla del punto medio</a:t>
                </a:r>
                <a:r>
                  <a:rPr lang="es-ES" dirty="0"/>
                  <a:t>, dividiendo el intervalo en </a:t>
                </a:r>
                <a:r>
                  <a:rPr lang="es-ES" i="1" dirty="0"/>
                  <a:t>n</a:t>
                </a:r>
                <a:r>
                  <a:rPr lang="es-ES" dirty="0"/>
                  <a:t> rectángulos.</a:t>
                </a:r>
                <a:br>
                  <a:rPr lang="es-ES" dirty="0"/>
                </a:br>
                <a:r>
                  <a:rPr lang="es-ES" dirty="0"/>
                  <a:t>La versión serial ejecuta un solo bucle, sumando cada término.</a:t>
                </a:r>
                <a:br>
                  <a:rPr lang="es-ES" dirty="0"/>
                </a:br>
                <a:r>
                  <a:rPr lang="es-ES" dirty="0"/>
                  <a:t>La versión paralela divide ese mismo bucle entre </a:t>
                </a:r>
                <a:r>
                  <a:rPr lang="es-ES" b="1" dirty="0"/>
                  <a:t>T hilos</a:t>
                </a:r>
                <a:r>
                  <a:rPr lang="es-ES" dirty="0"/>
                  <a:t>.</a:t>
                </a:r>
              </a:p>
              <a:p>
                <a:endParaRPr lang="es-E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3636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En la versión paralela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pi_p.c</a:t>
            </a:r>
            <a:r>
              <a:rPr lang="es-MX" dirty="0"/>
              <a:t>:</a:t>
            </a:r>
          </a:p>
          <a:p>
            <a:r>
              <a:rPr lang="es-MX" dirty="0"/>
              <a:t>El programa recibe dos argumentos:</a:t>
            </a:r>
            <a:br>
              <a:rPr lang="es-MX" dirty="0"/>
            </a:br>
            <a:r>
              <a:rPr lang="es-MX" dirty="0"/>
              <a:t>el número total de iteraciones y el número de hilos T.</a:t>
            </a:r>
          </a:p>
          <a:p>
            <a:r>
              <a:rPr lang="es-MX" dirty="0"/>
              <a:t>Cada hilo calcula una </a:t>
            </a:r>
            <a:r>
              <a:rPr lang="es-MX" b="1" dirty="0"/>
              <a:t>suma parcial</a:t>
            </a:r>
            <a:r>
              <a:rPr lang="es-MX" dirty="0"/>
              <a:t> dentro de un </a:t>
            </a:r>
            <a:r>
              <a:rPr lang="es-MX" dirty="0" err="1"/>
              <a:t>subrango</a:t>
            </a:r>
            <a:r>
              <a:rPr lang="es-MX" dirty="0"/>
              <a:t> definido.</a:t>
            </a:r>
          </a:p>
          <a:p>
            <a:r>
              <a:rPr lang="es-MX" dirty="0"/>
              <a:t>Para evitar contención, </a:t>
            </a:r>
            <a:r>
              <a:rPr lang="es-MX" b="1" dirty="0"/>
              <a:t>no se usa </a:t>
            </a:r>
            <a:r>
              <a:rPr lang="es-MX" b="1" dirty="0" err="1"/>
              <a:t>mutex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Cada hilo tiene una variable local con su propia suma.</a:t>
            </a:r>
          </a:p>
          <a:p>
            <a:r>
              <a:rPr lang="es-MX" dirty="0"/>
              <a:t>El hilo principal crea los hilos, espera su finalización con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s-MX" dirty="0"/>
              <a:t>, y acumula las sumas parciales.</a:t>
            </a:r>
          </a:p>
          <a:p>
            <a:r>
              <a:rPr lang="es-MX" dirty="0"/>
              <a:t>Finalmente calcula π multiplicando el paso 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es-MX" dirty="0"/>
              <a:t> por la suma acumulada.</a:t>
            </a:r>
          </a:p>
          <a:p>
            <a:r>
              <a:rPr lang="es-MX" dirty="0"/>
              <a:t>Este enfoque se conoce como </a:t>
            </a:r>
            <a:r>
              <a:rPr lang="es-MX" b="1" dirty="0"/>
              <a:t>Data </a:t>
            </a:r>
            <a:r>
              <a:rPr lang="es-MX" b="1" dirty="0" err="1"/>
              <a:t>Parallelism</a:t>
            </a:r>
            <a:r>
              <a:rPr lang="es-MX" dirty="0"/>
              <a:t>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46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 segunda parte consiste en generar la sucesión de Fibonacci en un solo hilo trabajador.</a:t>
            </a:r>
          </a:p>
          <a:p>
            <a:r>
              <a:rPr lang="es-MX" dirty="0"/>
              <a:t>El hilo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s-MX" dirty="0"/>
              <a:t>:</a:t>
            </a:r>
          </a:p>
          <a:p>
            <a:r>
              <a:rPr lang="es-MX" dirty="0"/>
              <a:t>Reserva memoria para un arreglo de tamaño N.</a:t>
            </a:r>
          </a:p>
          <a:p>
            <a:r>
              <a:rPr lang="es-MX" dirty="0"/>
              <a:t>Crea un hilo y le pasa una estructura con dos elementos:</a:t>
            </a:r>
            <a:br>
              <a:rPr lang="es-MX" dirty="0"/>
            </a:br>
            <a:r>
              <a:rPr lang="es-MX" dirty="0"/>
              <a:t>el </a:t>
            </a:r>
            <a:r>
              <a:rPr lang="es-MX" b="1" dirty="0"/>
              <a:t>puntero al arreglo</a:t>
            </a:r>
            <a:r>
              <a:rPr lang="es-MX" dirty="0"/>
              <a:t> y el </a:t>
            </a:r>
            <a:r>
              <a:rPr lang="es-MX" b="1" dirty="0"/>
              <a:t>tamaño N</a:t>
            </a:r>
            <a:r>
              <a:rPr lang="es-MX" dirty="0"/>
              <a:t>.</a:t>
            </a:r>
          </a:p>
          <a:p>
            <a:r>
              <a:rPr lang="es-MX" dirty="0"/>
              <a:t>El hilo trabajador llena el arreglo secuencialmente con los valores de Fibonacci.</a:t>
            </a:r>
          </a:p>
          <a:p>
            <a:r>
              <a:rPr lang="es-MX" dirty="0"/>
              <a:t>Luego de llamar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s-MX" dirty="0"/>
              <a:t>, el hilo principal imprime el resultado.</a:t>
            </a:r>
          </a:p>
          <a:p>
            <a:r>
              <a:rPr lang="es-MX" dirty="0"/>
              <a:t>Este ejercicio muestra cómo </a:t>
            </a:r>
            <a:r>
              <a:rPr lang="es-MX" b="1" dirty="0"/>
              <a:t>pasar argumentos complejos a un hilo</a:t>
            </a:r>
            <a:r>
              <a:rPr lang="es-MX" dirty="0"/>
              <a:t>, y cómo garantizar que </a:t>
            </a:r>
            <a:r>
              <a:rPr lang="es-MX" b="1" dirty="0" err="1"/>
              <a:t>main</a:t>
            </a:r>
            <a:r>
              <a:rPr lang="es-MX" b="1" dirty="0"/>
              <a:t> no continúe hasta que el hilo trabajador termine</a:t>
            </a:r>
            <a:r>
              <a:rPr lang="es-MX" dirty="0"/>
              <a:t>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251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la medición de tiempos se utilizaron las funciones de temporización del laboratorio.</a:t>
            </a:r>
          </a:p>
          <a:p>
            <a:r>
              <a:rPr lang="es-MX" dirty="0"/>
              <a:t>Primero medí el tiempo serial con:</a:t>
            </a:r>
          </a:p>
          <a:p>
            <a:pPr rtl="0"/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./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pi_s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2000000000</a:t>
            </a:r>
          </a:p>
          <a:p>
            <a:r>
              <a:rPr lang="es-MX" dirty="0"/>
              <a:t>Luego ejecuté la versión paralela con:</a:t>
            </a:r>
          </a:p>
          <a:p>
            <a:pPr rtl="0"/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./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pi_p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2000000000 N</a:t>
            </a:r>
          </a:p>
          <a:p>
            <a:r>
              <a:rPr lang="es-MX" dirty="0"/>
              <a:t>donde </a:t>
            </a:r>
            <a:r>
              <a:rPr lang="es-MX" b="1" dirty="0"/>
              <a:t>N</a:t>
            </a:r>
            <a:r>
              <a:rPr lang="es-MX" dirty="0"/>
              <a:t> tomó los valores:</a:t>
            </a:r>
          </a:p>
          <a:p>
            <a:r>
              <a:rPr lang="es-MX" dirty="0"/>
              <a:t>1, 2, 4, 8, 16, 32 y 48 hilos.</a:t>
            </a:r>
          </a:p>
          <a:p>
            <a:r>
              <a:rPr lang="es-MX" dirty="0"/>
              <a:t>Los resultados fueron:</a:t>
            </a:r>
          </a:p>
          <a:p>
            <a:r>
              <a:rPr lang="es-MX" dirty="0"/>
              <a:t>El tiempo serial fue </a:t>
            </a:r>
            <a:r>
              <a:rPr lang="es-MX" b="1" dirty="0"/>
              <a:t>13.33 segundos</a:t>
            </a:r>
            <a:r>
              <a:rPr lang="es-MX" dirty="0"/>
              <a:t>.</a:t>
            </a:r>
          </a:p>
          <a:p>
            <a:r>
              <a:rPr lang="es-MX" dirty="0"/>
              <a:t>El mejor tiempo paralelo se obtuvo con </a:t>
            </a:r>
            <a:r>
              <a:rPr lang="es-MX" b="1" dirty="0"/>
              <a:t>8 hilos</a:t>
            </a:r>
            <a:r>
              <a:rPr lang="es-MX" dirty="0"/>
              <a:t>, alrededor de </a:t>
            </a:r>
            <a:r>
              <a:rPr lang="es-MX" b="1" dirty="0"/>
              <a:t>3.08 segundos</a:t>
            </a:r>
            <a:r>
              <a:rPr lang="es-MX" dirty="0"/>
              <a:t>.</a:t>
            </a:r>
          </a:p>
          <a:p>
            <a:r>
              <a:rPr lang="es-MX" dirty="0"/>
              <a:t>El </a:t>
            </a:r>
            <a:r>
              <a:rPr lang="es-MX" dirty="0" err="1"/>
              <a:t>speedup</a:t>
            </a:r>
            <a:r>
              <a:rPr lang="es-MX" dirty="0"/>
              <a:t> máximo fue cercano a </a:t>
            </a:r>
            <a:r>
              <a:rPr lang="es-MX" b="1" dirty="0"/>
              <a:t>4.3</a:t>
            </a:r>
            <a:r>
              <a:rPr lang="es-MX" dirty="0"/>
              <a:t>.</a:t>
            </a:r>
          </a:p>
          <a:p>
            <a:r>
              <a:rPr lang="es-MX" dirty="0"/>
              <a:t>Esto concuerda con mi hardware, que cuenta con </a:t>
            </a:r>
            <a:r>
              <a:rPr lang="es-MX" b="1" dirty="0"/>
              <a:t>8 hilos lógicos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Cuando se usaron 32 o 48 hilos, el rendimiento empeoró por </a:t>
            </a:r>
            <a:r>
              <a:rPr lang="es-MX" b="1" dirty="0"/>
              <a:t>sobresuscripción</a:t>
            </a:r>
            <a:r>
              <a:rPr lang="es-MX" dirty="0"/>
              <a:t>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4985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En conclusión:</a:t>
            </a:r>
          </a:p>
          <a:p>
            <a:r>
              <a:rPr lang="es-MX" dirty="0"/>
              <a:t>La paralelización del cálculo de π demuestra que </a:t>
            </a:r>
            <a:r>
              <a:rPr lang="es-MX" b="1" dirty="0" err="1"/>
              <a:t>Pthreads</a:t>
            </a:r>
            <a:r>
              <a:rPr lang="es-MX" b="1" dirty="0"/>
              <a:t> permite acelerar significativamente tareas numéricas</a:t>
            </a:r>
            <a:r>
              <a:rPr lang="es-MX" dirty="0"/>
              <a:t>, siempre que el trabajo sea suficientemente grande.</a:t>
            </a:r>
          </a:p>
          <a:p>
            <a:r>
              <a:rPr lang="es-MX" dirty="0"/>
              <a:t>El mejor rendimiento se obtiene cuando el número de hilos coincide con el número de núcleos lógicos del procesador.</a:t>
            </a:r>
          </a:p>
          <a:p>
            <a:r>
              <a:rPr lang="es-MX" dirty="0"/>
              <a:t>Crear más hilos de los que el CPU puede ejecutar causa pérdida de eficiencia.</a:t>
            </a:r>
          </a:p>
          <a:p>
            <a:r>
              <a:rPr lang="es-MX" dirty="0"/>
              <a:t>En el ejercicio de Fibonacci se observa cómo pasar datos al hilo y cómo usar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s-MX" dirty="0"/>
              <a:t> como mecanismo de sincronización.</a:t>
            </a:r>
          </a:p>
          <a:p>
            <a:r>
              <a:rPr lang="es-MX" dirty="0"/>
              <a:t>Este laboratorio permite comprender conceptos esenciales de programación concurrente como:</a:t>
            </a:r>
            <a:br>
              <a:rPr lang="es-MX" dirty="0"/>
            </a:br>
            <a:r>
              <a:rPr lang="es-MX" b="1" dirty="0"/>
              <a:t>paralelización, reparto de trabajo, sincronización, eficiencia y </a:t>
            </a:r>
            <a:r>
              <a:rPr lang="es-MX" b="1" dirty="0" err="1"/>
              <a:t>speedup</a:t>
            </a:r>
            <a:r>
              <a:rPr lang="es-MX" b="1" dirty="0"/>
              <a:t>.</a:t>
            </a:r>
            <a:endParaRPr lang="es-MX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B1790-15E9-4012-9A82-15BB1299EE4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85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EE9A-D8EA-4C44-B7F0-364898370AE9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C6E6-9C11-4234-A8FB-3BA4275A2B9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50D3-8CAC-4FE3-80FF-B79416564214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E259B-F354-4F1E-AF97-F05E86A9A55B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7E981-449E-4D07-8525-8763B695A888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4757-2F7D-45D7-9135-80C36D6F5E2C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B5D2-C9D5-4C80-8001-C465B3B0C9AF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7BD-3E2D-40DA-BC97-A2A91F754FD6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0498C-95A9-421A-9555-30B87DAD76EB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A2226-F696-4E88-9C3B-F69F4CCAE152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0B81-2F6F-4419-8D95-916613F912CA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17752-DFAB-42AC-97F9-5E7A8CA95DBB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315" y="779146"/>
            <a:ext cx="7523430" cy="129711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200" dirty="0">
                <a:solidFill>
                  <a:schemeClr val="tx2"/>
                </a:solidFill>
              </a:rPr>
              <a:t>Laboratorio 3 – Paralelización con </a:t>
            </a:r>
            <a:r>
              <a:rPr lang="es-MX" sz="3200" dirty="0" err="1">
                <a:solidFill>
                  <a:schemeClr val="tx2"/>
                </a:solidFill>
              </a:rPr>
              <a:t>Pthreads</a:t>
            </a:r>
            <a:endParaRPr lang="es-MX" sz="32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400" dirty="0">
                <a:solidFill>
                  <a:schemeClr val="tx2"/>
                </a:solidFill>
              </a:rPr>
              <a:t>José Alfredo Martínez Valdés</a:t>
            </a:r>
          </a:p>
          <a:p>
            <a:pPr algn="l">
              <a:lnSpc>
                <a:spcPct val="90000"/>
              </a:lnSpc>
            </a:pPr>
            <a:r>
              <a:rPr lang="es-MX" sz="1400" dirty="0">
                <a:solidFill>
                  <a:schemeClr val="tx2"/>
                </a:solidFill>
              </a:rPr>
              <a:t>Universidad de Antioquia</a:t>
            </a:r>
          </a:p>
          <a:p>
            <a:pPr algn="l">
              <a:lnSpc>
                <a:spcPct val="90000"/>
              </a:lnSpc>
            </a:pPr>
            <a:r>
              <a:rPr lang="es-MX" sz="1400" dirty="0">
                <a:solidFill>
                  <a:schemeClr val="tx2"/>
                </a:solidFill>
              </a:rPr>
              <a:t>Medellín, noviembre 2025</a:t>
            </a:r>
          </a:p>
        </p:txBody>
      </p:sp>
      <p:pic>
        <p:nvPicPr>
          <p:cNvPr id="5" name="Picture 4" descr="A green background with white text and white letters&#10;&#10;AI-generated content may be incorrect.">
            <a:extLst>
              <a:ext uri="{FF2B5EF4-FFF2-40B4-BE49-F238E27FC236}">
                <a16:creationId xmlns:a16="http://schemas.microsoft.com/office/drawing/2014/main" id="{4FF98358-5AB0-242B-B830-8A841AE82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52" y="2849466"/>
            <a:ext cx="3106320" cy="207346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2D4EE-1727-42DB-6196-1356282A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Objetivo del Laboratorio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034FB7-027A-7D48-C3D9-B0E340B13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25950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D423-7A36-3DD0-28A7-C32B2D36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Parte 1: Cálculo de π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37696D-096F-29E8-EFB3-FF08604B2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73601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3D676-A3FB-37A7-0320-3D5DF35B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200">
                <a:solidFill>
                  <a:srgbClr val="FFFFFF"/>
                </a:solidFill>
              </a:rPr>
              <a:t>Arquitectura del Código Paralelo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39B75537-AB03-CD5E-D687-0A545933A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98819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18F23-5E36-162E-ABA6-EED2447F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it-IT" sz="5400"/>
              <a:t>Parte 2: Fibonacci con Hilos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FAFE3D6-BAE5-28CC-642C-DD7FF3336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14538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0277E-3A6C-4E63-33BB-1D3E39D5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s-ES" sz="3900"/>
              <a:t>Medición del Rendimiento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0D67AF-B3E4-C8E9-77FF-2FFC4884B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25982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1B155-066D-C0E3-2D63-404C22E6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s-ES" sz="3900"/>
              <a:t>Conclusiones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FC4E61-3460-FBCE-2F44-F37DEB53F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63024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B1F12-D5F3-0C33-DFF5-6F217DE6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917</Words>
  <Application>Microsoft Office PowerPoint</Application>
  <PresentationFormat>On-screen Show (4:3)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Laboratorio 3 – Paralelización con Pthreads</vt:lpstr>
      <vt:lpstr>Objetivo del Laboratorio</vt:lpstr>
      <vt:lpstr>Parte 1: Cálculo de π</vt:lpstr>
      <vt:lpstr>Arquitectura del Código Paralelo</vt:lpstr>
      <vt:lpstr>Parte 2: Fibonacci con Hilos</vt:lpstr>
      <vt:lpstr>Medición del Rendimiento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ALFREDO MARTINEZ VALDES</dc:creator>
  <cp:keywords/>
  <dc:description>generated using python-pptx</dc:description>
  <cp:lastModifiedBy>JOSE ALFREDO MARTINEZ VALDES</cp:lastModifiedBy>
  <cp:revision>2</cp:revision>
  <dcterms:created xsi:type="dcterms:W3CDTF">2013-01-27T09:14:16Z</dcterms:created>
  <dcterms:modified xsi:type="dcterms:W3CDTF">2025-11-24T00:55:13Z</dcterms:modified>
  <cp:category/>
</cp:coreProperties>
</file>